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14" autoAdjust="0"/>
    <p:restoredTop sz="94660"/>
  </p:normalViewPr>
  <p:slideViewPr>
    <p:cSldViewPr snapToGrid="0">
      <p:cViewPr>
        <p:scale>
          <a:sx n="100" d="100"/>
          <a:sy n="100" d="100"/>
        </p:scale>
        <p:origin x="2630" y="12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1866-FBE6-5F89-1266-40E3AD04E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0F22F-0900-C99A-1590-200AAA612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AFCC-0CF1-AA69-C08B-E42486D7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9CAB9-8F84-429E-D5C4-748C980E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BFCBA-3A85-8762-0A6D-2981EC6C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9735-213E-62ED-0FF4-297E4448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1B626-D1A6-5D11-125F-B882693F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A7EE-08D3-CEFA-B9B7-C5708098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48CC9-61D6-6F9B-270D-54D8BD24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AD57-B9F8-C514-B150-DBC733E1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87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A0F5-D719-A90B-6DA6-09FBCE54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AA1D7-14BE-CDD9-8B5C-A5AF40C55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9FB0-ABCC-9471-1D70-84337D76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8864-1876-ECF6-083C-C5E2A54E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4296F-6C2E-D382-E381-C6495BCF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3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98AB-0A7E-FDFB-D2CD-0401083E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0AC1-28AA-002A-279E-156C6EA88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B8AA-26D8-6F7A-5E6A-FB500A4F8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DAB28-3E7A-24AC-C671-A396AC71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0C921-6CFE-B3DD-F12F-9C0CD7B0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D8FC3-C40C-145F-C17A-CA7B08D9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1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1EB3-BEFB-F2A3-FE82-37CDE4B4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DFDD6-38C3-212E-0D3E-FBC97CB9D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E1C31-EF76-E7C9-7995-6EF19B610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66B27-6C88-E238-A935-E7EDB0A0C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F25A0-7592-05AA-E18D-32E12588B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DAFDE-50D5-82FD-E757-AAEBDCB47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31F6D-D182-D658-A964-E5D66160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E0F67-8CEC-ED33-699D-3D14E23E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168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A18B-213A-BC76-A238-F6266C7D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A03FB-AC55-1FC4-0ACF-C4576568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E305E-5662-C4E7-750B-9D54CB29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16C5D-38ED-F95B-7673-ECEB0BD8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50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25B53-D505-7C34-0987-8EB67916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9A3DA-7F9B-1675-89F1-7FB3FF15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B918E-9041-E691-C150-E7BDFA07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5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9B5B-2611-D0FB-CFFD-4F047FAB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73CC-1861-524D-85A5-AE6A826F0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DA1E8-16DE-5EAD-6933-A02E8A590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3CB7-A0A6-0ADF-A476-68B20B0D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913F9-3F2C-4976-916A-1CA53598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AF806-7F67-EE8C-A496-75E60E64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6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B1A6-AEBC-66AD-C53D-85B70796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F3247-222C-704D-0397-18DE766EE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6636E-1686-D676-A669-DDB8D7F97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54D4-19C8-AC16-0D98-2509A1A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92DB1-97A2-BAD5-2819-8F145497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02AF3-3A03-ADA0-3F86-298529C0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42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F539-4123-D25E-3607-3E756CC6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154C0-A59C-E4F4-EA8E-1E2BC2A57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5C6F0-9FF3-D5DF-DE7A-37F42A5A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E5B36-F019-BE72-0FDC-2381766F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D81C7-1EE6-5E96-2109-DB4EDEF8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883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C49B5-3FA2-6F8C-8BBD-452E773B4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366B4-92A5-6FD2-E2A8-1F15646E3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62F90-C7B6-E9CA-6A1B-55F10FCE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5F2E-6CA9-26F5-41CE-F565EAD1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4E297-30B8-C69A-560D-45F48F76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4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E015A4-371C-20F4-0829-244EFF4C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7EF38-18B4-F724-78AA-815A200B0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673E6-462D-12F2-D0E5-4FE63F318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51D31-D7EB-4A3A-8F5E-169A4274AC8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87D41-F622-428B-B594-F1D8B9918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796BB-96B5-F459-3952-6B000DE97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69086-0BB0-442C-8806-D0FD36716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ABD753-E490-83A6-9149-0543984A14D7}"/>
              </a:ext>
            </a:extLst>
          </p:cNvPr>
          <p:cNvGrpSpPr/>
          <p:nvPr/>
        </p:nvGrpSpPr>
        <p:grpSpPr>
          <a:xfrm>
            <a:off x="1614347" y="644075"/>
            <a:ext cx="10294685" cy="5242598"/>
            <a:chOff x="1614347" y="644075"/>
            <a:chExt cx="10294685" cy="52425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BF61CF-9AFE-CA2B-127D-54CCCDE9F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6012" y="644075"/>
              <a:ext cx="9833020" cy="26221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9B72A8-CC27-DC42-4A2D-4E9BE5369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6012" y="3264534"/>
              <a:ext cx="9833020" cy="26221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9FFA61-6236-6F09-5DD7-1D81D775D430}"/>
                </a:ext>
              </a:extLst>
            </p:cNvPr>
            <p:cNvSpPr txBox="1"/>
            <p:nvPr/>
          </p:nvSpPr>
          <p:spPr>
            <a:xfrm rot="16200000">
              <a:off x="1157331" y="1724311"/>
              <a:ext cx="1375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Sinusoid</a:t>
              </a:r>
              <a:endParaRPr lang="zh-CN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76C77C-8DC4-113D-527E-05AAF538E761}"/>
                </a:ext>
              </a:extLst>
            </p:cNvPr>
            <p:cNvSpPr txBox="1"/>
            <p:nvPr/>
          </p:nvSpPr>
          <p:spPr>
            <a:xfrm rot="16200000">
              <a:off x="973788" y="4344769"/>
              <a:ext cx="17427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Lemniscate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272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E24D4203-40A0-10E5-5759-C14F6235E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751" y="730432"/>
            <a:ext cx="2933700" cy="2533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C8C0955-4487-AC91-CDB1-9C4BE91FB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184" y="4438875"/>
            <a:ext cx="2933700" cy="2533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A335FEA-2505-5663-ABBD-8D4FB4E58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6756" y="763039"/>
            <a:ext cx="2933700" cy="2533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D0C6B7F-8CE0-4B44-9C75-E61297867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644" y="3974325"/>
            <a:ext cx="2933700" cy="25336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9E3B3DB-2AA2-76E5-1475-D51532323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398" y="4398375"/>
            <a:ext cx="2933700" cy="2533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C948162-369E-DEDB-7B21-CF48EF74EE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682" y="4538846"/>
            <a:ext cx="2933700" cy="25336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156074-A64C-1EC9-8295-641057AE650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714" y="225607"/>
            <a:ext cx="1800225" cy="1771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2FC2720-53F8-D615-6E93-6EC033266381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922" y="225607"/>
            <a:ext cx="1800225" cy="1771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5288D1-9300-2013-DF59-2CC08DD51F61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10" y="225607"/>
            <a:ext cx="1800225" cy="17716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B0E3629-417A-3686-AA27-1810A281058D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18" y="225607"/>
            <a:ext cx="1800225" cy="1771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031943B-A073-3FAC-3CA2-E0DF4A3EDF26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458" y="3726450"/>
            <a:ext cx="1800225" cy="17716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90D65B1-AD93-22E5-2B2C-E69A82F1F2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774" y="1192800"/>
            <a:ext cx="2933700" cy="25336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5CA566-65E3-8978-C060-49DC9176149B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3" y="3726450"/>
            <a:ext cx="1800225" cy="17716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DFF32A1-F8B5-4A8D-80D7-166AD570897F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3" y="3726450"/>
            <a:ext cx="1800225" cy="17716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430EC2-FB8F-6B9A-496E-86977E4DB65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457" y="225607"/>
            <a:ext cx="1800225" cy="17716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82751ED-8E9D-5643-1A42-81DABA5BDD0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665" y="225607"/>
            <a:ext cx="1800225" cy="1771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9C96964-7B22-8C66-11D2-B0AF719E7D0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3" y="225607"/>
            <a:ext cx="1800225" cy="17716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6653076-44E4-8625-9715-DD33B9718B1F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411" y="3726450"/>
            <a:ext cx="1800225" cy="1771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C13274C-DAF8-31D1-F61B-34AA05B0E65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1" y="225607"/>
            <a:ext cx="1800225" cy="177165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E5D254C-5BC0-BAD9-10BE-EA3B2E6322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451" y="724718"/>
            <a:ext cx="29337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3189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Youyuan Long</dc:creator>
  <cp:lastModifiedBy>Youyuan Long</cp:lastModifiedBy>
  <cp:revision>4</cp:revision>
  <dcterms:created xsi:type="dcterms:W3CDTF">2026-05-14T16:02:11Z</dcterms:created>
  <dcterms:modified xsi:type="dcterms:W3CDTF">2026-05-17T16:54:15Z</dcterms:modified>
</cp:coreProperties>
</file>