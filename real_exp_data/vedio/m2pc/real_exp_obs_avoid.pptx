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8777288" cy="7045325"/>
  <p:notesSz cx="6858000" cy="9144000"/>
  <p:defaultTextStyle>
    <a:defPPr>
      <a:defRPr lang="en-US"/>
    </a:defPPr>
    <a:lvl1pPr marL="0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0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8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8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24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98" algn="l" defTabSz="45717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3" autoAdjust="0"/>
    <p:restoredTop sz="94660"/>
  </p:normalViewPr>
  <p:slideViewPr>
    <p:cSldViewPr snapToGrid="0">
      <p:cViewPr>
        <p:scale>
          <a:sx n="100" d="100"/>
          <a:sy n="100" d="100"/>
        </p:scale>
        <p:origin x="3264" y="1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24082-32E8-43E7-919B-90F4FA51857F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6538" y="1143000"/>
            <a:ext cx="3844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915F2-1B0E-4323-8F89-55B5FB6CB6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835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0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4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98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4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48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24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98" algn="l" defTabSz="9143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25" y="1143000"/>
            <a:ext cx="38417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F915F2-1B0E-4323-8F89-55B5FB6CB6B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1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8298" y="1153021"/>
            <a:ext cx="7460695" cy="2452817"/>
          </a:xfrm>
        </p:spPr>
        <p:txBody>
          <a:bodyPr anchor="b"/>
          <a:lstStyle>
            <a:lvl1pPr algn="ctr">
              <a:defRPr sz="57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162" y="3700427"/>
            <a:ext cx="6582966" cy="1700989"/>
          </a:xfrm>
        </p:spPr>
        <p:txBody>
          <a:bodyPr/>
          <a:lstStyle>
            <a:lvl1pPr marL="0" indent="0" algn="ctr">
              <a:buNone/>
              <a:defRPr sz="2304"/>
            </a:lvl1pPr>
            <a:lvl2pPr marL="438884" indent="0" algn="ctr">
              <a:buNone/>
              <a:defRPr sz="1921"/>
            </a:lvl2pPr>
            <a:lvl3pPr marL="877769" indent="0" algn="ctr">
              <a:buNone/>
              <a:defRPr sz="1728"/>
            </a:lvl3pPr>
            <a:lvl4pPr marL="1316653" indent="0" algn="ctr">
              <a:buNone/>
              <a:defRPr sz="1536"/>
            </a:lvl4pPr>
            <a:lvl5pPr marL="1755536" indent="0" algn="ctr">
              <a:buNone/>
              <a:defRPr sz="1536"/>
            </a:lvl5pPr>
            <a:lvl6pPr marL="2194420" indent="0" algn="ctr">
              <a:buNone/>
              <a:defRPr sz="1536"/>
            </a:lvl6pPr>
            <a:lvl7pPr marL="2633306" indent="0" algn="ctr">
              <a:buNone/>
              <a:defRPr sz="1536"/>
            </a:lvl7pPr>
            <a:lvl8pPr marL="3072189" indent="0" algn="ctr">
              <a:buNone/>
              <a:defRPr sz="1536"/>
            </a:lvl8pPr>
            <a:lvl9pPr marL="3511073" indent="0" algn="ctr">
              <a:buNone/>
              <a:defRPr sz="1536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2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5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868" y="1756442"/>
            <a:ext cx="7570411" cy="2930659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868" y="4714826"/>
            <a:ext cx="7570411" cy="1541164"/>
          </a:xfrm>
        </p:spPr>
        <p:txBody>
          <a:bodyPr/>
          <a:lstStyle>
            <a:lvl1pPr marL="0" indent="0">
              <a:buNone/>
              <a:defRPr sz="2304">
                <a:solidFill>
                  <a:schemeClr val="tx1"/>
                </a:solidFill>
              </a:defRPr>
            </a:lvl1pPr>
            <a:lvl2pPr marL="438884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2pPr>
            <a:lvl3pPr marL="877769" indent="0">
              <a:buNone/>
              <a:defRPr sz="1728">
                <a:solidFill>
                  <a:schemeClr val="tx1">
                    <a:tint val="75000"/>
                  </a:schemeClr>
                </a:solidFill>
              </a:defRPr>
            </a:lvl3pPr>
            <a:lvl4pPr marL="1316653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4pPr>
            <a:lvl5pPr marL="1755536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5pPr>
            <a:lvl6pPr marL="2194420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6pPr>
            <a:lvl7pPr marL="2633306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7pPr>
            <a:lvl8pPr marL="3072189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8pPr>
            <a:lvl9pPr marL="3511073" indent="0">
              <a:buNone/>
              <a:defRPr sz="1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827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440" y="1875493"/>
            <a:ext cx="3730347" cy="447019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43503" y="1875493"/>
            <a:ext cx="3730347" cy="447019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73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583" y="375101"/>
            <a:ext cx="7570411" cy="1361771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4583" y="1727085"/>
            <a:ext cx="3713204" cy="846417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884" indent="0">
              <a:buNone/>
              <a:defRPr sz="1921" b="1"/>
            </a:lvl2pPr>
            <a:lvl3pPr marL="877769" indent="0">
              <a:buNone/>
              <a:defRPr sz="1728" b="1"/>
            </a:lvl3pPr>
            <a:lvl4pPr marL="1316653" indent="0">
              <a:buNone/>
              <a:defRPr sz="1536" b="1"/>
            </a:lvl4pPr>
            <a:lvl5pPr marL="1755536" indent="0">
              <a:buNone/>
              <a:defRPr sz="1536" b="1"/>
            </a:lvl5pPr>
            <a:lvl6pPr marL="2194420" indent="0">
              <a:buNone/>
              <a:defRPr sz="1536" b="1"/>
            </a:lvl6pPr>
            <a:lvl7pPr marL="2633306" indent="0">
              <a:buNone/>
              <a:defRPr sz="1536" b="1"/>
            </a:lvl7pPr>
            <a:lvl8pPr marL="3072189" indent="0">
              <a:buNone/>
              <a:defRPr sz="1536" b="1"/>
            </a:lvl8pPr>
            <a:lvl9pPr marL="3511073" indent="0">
              <a:buNone/>
              <a:defRPr sz="15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83" y="2573501"/>
            <a:ext cx="3713204" cy="378523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3503" y="1727085"/>
            <a:ext cx="3731490" cy="846417"/>
          </a:xfrm>
        </p:spPr>
        <p:txBody>
          <a:bodyPr anchor="b"/>
          <a:lstStyle>
            <a:lvl1pPr marL="0" indent="0">
              <a:buNone/>
              <a:defRPr sz="2304" b="1"/>
            </a:lvl1pPr>
            <a:lvl2pPr marL="438884" indent="0">
              <a:buNone/>
              <a:defRPr sz="1921" b="1"/>
            </a:lvl2pPr>
            <a:lvl3pPr marL="877769" indent="0">
              <a:buNone/>
              <a:defRPr sz="1728" b="1"/>
            </a:lvl3pPr>
            <a:lvl4pPr marL="1316653" indent="0">
              <a:buNone/>
              <a:defRPr sz="1536" b="1"/>
            </a:lvl4pPr>
            <a:lvl5pPr marL="1755536" indent="0">
              <a:buNone/>
              <a:defRPr sz="1536" b="1"/>
            </a:lvl5pPr>
            <a:lvl6pPr marL="2194420" indent="0">
              <a:buNone/>
              <a:defRPr sz="1536" b="1"/>
            </a:lvl6pPr>
            <a:lvl7pPr marL="2633306" indent="0">
              <a:buNone/>
              <a:defRPr sz="1536" b="1"/>
            </a:lvl7pPr>
            <a:lvl8pPr marL="3072189" indent="0">
              <a:buNone/>
              <a:defRPr sz="1536" b="1"/>
            </a:lvl8pPr>
            <a:lvl9pPr marL="3511073" indent="0">
              <a:buNone/>
              <a:defRPr sz="15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43503" y="2573501"/>
            <a:ext cx="3731490" cy="3785232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23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4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89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581" y="469689"/>
            <a:ext cx="2830904" cy="1643909"/>
          </a:xfrm>
        </p:spPr>
        <p:txBody>
          <a:bodyPr anchor="b"/>
          <a:lstStyle>
            <a:lvl1pPr>
              <a:defRPr sz="30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491" y="1014398"/>
            <a:ext cx="4443502" cy="5006747"/>
          </a:xfrm>
        </p:spPr>
        <p:txBody>
          <a:bodyPr/>
          <a:lstStyle>
            <a:lvl1pPr>
              <a:defRPr sz="3072"/>
            </a:lvl1pPr>
            <a:lvl2pPr>
              <a:defRPr sz="2688"/>
            </a:lvl2pPr>
            <a:lvl3pPr>
              <a:defRPr sz="2304"/>
            </a:lvl3pPr>
            <a:lvl4pPr>
              <a:defRPr sz="1921"/>
            </a:lvl4pPr>
            <a:lvl5pPr>
              <a:defRPr sz="1921"/>
            </a:lvl5pPr>
            <a:lvl6pPr>
              <a:defRPr sz="1921"/>
            </a:lvl6pPr>
            <a:lvl7pPr>
              <a:defRPr sz="1921"/>
            </a:lvl7pPr>
            <a:lvl8pPr>
              <a:defRPr sz="1921"/>
            </a:lvl8pPr>
            <a:lvl9pPr>
              <a:defRPr sz="1921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4581" y="2113598"/>
            <a:ext cx="2830904" cy="3915701"/>
          </a:xfrm>
        </p:spPr>
        <p:txBody>
          <a:bodyPr/>
          <a:lstStyle>
            <a:lvl1pPr marL="0" indent="0">
              <a:buNone/>
              <a:defRPr sz="1536"/>
            </a:lvl1pPr>
            <a:lvl2pPr marL="438884" indent="0">
              <a:buNone/>
              <a:defRPr sz="1344"/>
            </a:lvl2pPr>
            <a:lvl3pPr marL="877769" indent="0">
              <a:buNone/>
              <a:defRPr sz="1152"/>
            </a:lvl3pPr>
            <a:lvl4pPr marL="1316653" indent="0">
              <a:buNone/>
              <a:defRPr sz="960"/>
            </a:lvl4pPr>
            <a:lvl5pPr marL="1755536" indent="0">
              <a:buNone/>
              <a:defRPr sz="960"/>
            </a:lvl5pPr>
            <a:lvl6pPr marL="2194420" indent="0">
              <a:buNone/>
              <a:defRPr sz="960"/>
            </a:lvl6pPr>
            <a:lvl7pPr marL="2633306" indent="0">
              <a:buNone/>
              <a:defRPr sz="960"/>
            </a:lvl7pPr>
            <a:lvl8pPr marL="3072189" indent="0">
              <a:buNone/>
              <a:defRPr sz="960"/>
            </a:lvl8pPr>
            <a:lvl9pPr marL="3511073" indent="0">
              <a:buNone/>
              <a:defRPr sz="96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04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581" y="469689"/>
            <a:ext cx="2830904" cy="1643909"/>
          </a:xfrm>
        </p:spPr>
        <p:txBody>
          <a:bodyPr anchor="b"/>
          <a:lstStyle>
            <a:lvl1pPr>
              <a:defRPr sz="30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31491" y="1014398"/>
            <a:ext cx="4443502" cy="5006747"/>
          </a:xfrm>
        </p:spPr>
        <p:txBody>
          <a:bodyPr anchor="t"/>
          <a:lstStyle>
            <a:lvl1pPr marL="0" indent="0">
              <a:buNone/>
              <a:defRPr sz="3072"/>
            </a:lvl1pPr>
            <a:lvl2pPr marL="438884" indent="0">
              <a:buNone/>
              <a:defRPr sz="2688"/>
            </a:lvl2pPr>
            <a:lvl3pPr marL="877769" indent="0">
              <a:buNone/>
              <a:defRPr sz="2304"/>
            </a:lvl3pPr>
            <a:lvl4pPr marL="1316653" indent="0">
              <a:buNone/>
              <a:defRPr sz="1921"/>
            </a:lvl4pPr>
            <a:lvl5pPr marL="1755536" indent="0">
              <a:buNone/>
              <a:defRPr sz="1921"/>
            </a:lvl5pPr>
            <a:lvl6pPr marL="2194420" indent="0">
              <a:buNone/>
              <a:defRPr sz="1921"/>
            </a:lvl6pPr>
            <a:lvl7pPr marL="2633306" indent="0">
              <a:buNone/>
              <a:defRPr sz="1921"/>
            </a:lvl7pPr>
            <a:lvl8pPr marL="3072189" indent="0">
              <a:buNone/>
              <a:defRPr sz="1921"/>
            </a:lvl8pPr>
            <a:lvl9pPr marL="3511073" indent="0">
              <a:buNone/>
              <a:defRPr sz="1921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4581" y="2113598"/>
            <a:ext cx="2830904" cy="3915701"/>
          </a:xfrm>
        </p:spPr>
        <p:txBody>
          <a:bodyPr/>
          <a:lstStyle>
            <a:lvl1pPr marL="0" indent="0">
              <a:buNone/>
              <a:defRPr sz="1536"/>
            </a:lvl1pPr>
            <a:lvl2pPr marL="438884" indent="0">
              <a:buNone/>
              <a:defRPr sz="1344"/>
            </a:lvl2pPr>
            <a:lvl3pPr marL="877769" indent="0">
              <a:buNone/>
              <a:defRPr sz="1152"/>
            </a:lvl3pPr>
            <a:lvl4pPr marL="1316653" indent="0">
              <a:buNone/>
              <a:defRPr sz="960"/>
            </a:lvl4pPr>
            <a:lvl5pPr marL="1755536" indent="0">
              <a:buNone/>
              <a:defRPr sz="960"/>
            </a:lvl5pPr>
            <a:lvl6pPr marL="2194420" indent="0">
              <a:buNone/>
              <a:defRPr sz="960"/>
            </a:lvl6pPr>
            <a:lvl7pPr marL="2633306" indent="0">
              <a:buNone/>
              <a:defRPr sz="960"/>
            </a:lvl7pPr>
            <a:lvl8pPr marL="3072189" indent="0">
              <a:buNone/>
              <a:defRPr sz="960"/>
            </a:lvl8pPr>
            <a:lvl9pPr marL="3511073" indent="0">
              <a:buNone/>
              <a:defRPr sz="96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9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73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81248" y="375099"/>
            <a:ext cx="1892603" cy="597058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439" y="375099"/>
            <a:ext cx="5568092" cy="597058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6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3440" y="375101"/>
            <a:ext cx="7570411" cy="1361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440" y="1875493"/>
            <a:ext cx="7570411" cy="4470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438" y="6529974"/>
            <a:ext cx="1974890" cy="375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E6FFD-24E6-4407-98B6-E32AF5F6319A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7478" y="6529974"/>
            <a:ext cx="2962335" cy="375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960" y="6529974"/>
            <a:ext cx="1974890" cy="3750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AA4FD-BBCA-42A3-83C3-246F0ED98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6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877769" rtl="0" eaLnBrk="1" latinLnBrk="0" hangingPunct="1">
        <a:lnSpc>
          <a:spcPct val="90000"/>
        </a:lnSpc>
        <a:spcBef>
          <a:spcPct val="0"/>
        </a:spcBef>
        <a:buNone/>
        <a:defRPr sz="42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442" indent="-219442" algn="l" defTabSz="877769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1pPr>
      <a:lvl2pPr marL="658325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2pPr>
      <a:lvl3pPr marL="1097211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536095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4pPr>
      <a:lvl5pPr marL="1974978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5pPr>
      <a:lvl6pPr marL="2413864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6pPr>
      <a:lvl7pPr marL="2852748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7pPr>
      <a:lvl8pPr marL="3291631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8pPr>
      <a:lvl9pPr marL="3730515" indent="-219442" algn="l" defTabSz="877769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7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1pPr>
      <a:lvl2pPr marL="438884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2pPr>
      <a:lvl3pPr marL="877769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3pPr>
      <a:lvl4pPr marL="1316653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4pPr>
      <a:lvl5pPr marL="1755536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5pPr>
      <a:lvl6pPr marL="2194420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6pPr>
      <a:lvl7pPr marL="2633306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7pPr>
      <a:lvl8pPr marL="3072189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8pPr>
      <a:lvl9pPr marL="3511073" algn="l" defTabSz="877769" rtl="0" eaLnBrk="1" latinLnBrk="0" hangingPunct="1">
        <a:defRPr sz="17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4A4B75F-A3DB-A915-6385-82D0531BE611}"/>
              </a:ext>
            </a:extLst>
          </p:cNvPr>
          <p:cNvGrpSpPr/>
          <p:nvPr/>
        </p:nvGrpSpPr>
        <p:grpSpPr>
          <a:xfrm>
            <a:off x="147870" y="0"/>
            <a:ext cx="8481547" cy="7029691"/>
            <a:chOff x="147870" y="0"/>
            <a:chExt cx="8481547" cy="702969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D0F629F-87C7-7A58-2964-49D6C8C3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9566" y="5427923"/>
              <a:ext cx="1739851" cy="160176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DAA2B76-01C0-2B64-0042-E45B9864D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494" y="224964"/>
              <a:ext cx="1739851" cy="1601768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633DE0A-82EE-702A-A776-2F8E9F081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845" y="5427923"/>
              <a:ext cx="1739851" cy="160176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7FAB246-95EA-0BF0-104E-08EE88DD5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3876" y="224964"/>
              <a:ext cx="1739851" cy="1601768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FC87ABF-231D-376B-217C-4F1A694F8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8184" y="5427923"/>
              <a:ext cx="1739851" cy="160176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F7BCE86-62E4-3E0B-D782-B463C862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8185" y="224964"/>
              <a:ext cx="1739851" cy="1601768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5F0BE50-6C0E-DD90-F03D-28A71FD38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9566" y="224964"/>
              <a:ext cx="1739851" cy="1601768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54BE4F2-7903-63EE-B624-C37E50251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3875" y="5427923"/>
              <a:ext cx="1739851" cy="1601768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BEB6513-8DDE-F03A-B26C-03B8B4880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8" t="3250" r="2543" b="3632"/>
            <a:stretch>
              <a:fillRect/>
            </a:stretch>
          </p:blipFill>
          <p:spPr>
            <a:xfrm>
              <a:off x="147871" y="0"/>
              <a:ext cx="741705" cy="60287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9B190EB-9628-F87C-A27D-3CEE45F94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870" y="3678862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3438E25-7715-58CD-0E84-B197252A1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4193" y="3678862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19DD273-636F-D386-A50A-ACB1C576A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7005" y="3678862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6096D5-64B0-4ABB-9CEF-A7A322348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0599" y="3678862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CE9A4CD-28F9-0C01-455E-DBA70EC22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4193" y="1826728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F20AC11-2E7D-D869-6A5B-F5801F1CC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5057" y="1826728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9A27D7-7A07-403E-37F7-8CA715DF2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870" y="1826728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8CA14BE-6719-9531-31FE-B46BDB5FC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1464" y="1826728"/>
              <a:ext cx="2025224" cy="1749058"/>
            </a:xfrm>
            <a:prstGeom prst="rect">
              <a:avLst/>
            </a:prstGeom>
            <a:ln w="31750">
              <a:solidFill>
                <a:schemeClr val="accent3">
                  <a:lumMod val="75000"/>
                </a:schemeClr>
              </a:solidFill>
            </a:ln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AB42509-ED7C-A784-9326-6390B177FB55}"/>
                </a:ext>
              </a:extLst>
            </p:cNvPr>
            <p:cNvSpPr txBox="1"/>
            <p:nvPr/>
          </p:nvSpPr>
          <p:spPr>
            <a:xfrm>
              <a:off x="147870" y="3206456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(a)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6AE2EF-7086-5C55-9783-037E0F8D50CE}"/>
                </a:ext>
              </a:extLst>
            </p:cNvPr>
            <p:cNvSpPr txBox="1"/>
            <p:nvPr/>
          </p:nvSpPr>
          <p:spPr>
            <a:xfrm>
              <a:off x="2297005" y="3206454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(b)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761B17-0D3B-C93D-A552-EF397A554E19}"/>
                </a:ext>
              </a:extLst>
            </p:cNvPr>
            <p:cNvSpPr txBox="1"/>
            <p:nvPr/>
          </p:nvSpPr>
          <p:spPr>
            <a:xfrm>
              <a:off x="4450599" y="3206454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(c)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A16FE5D-89F5-67FB-2E6A-3B8D83478860}"/>
                </a:ext>
              </a:extLst>
            </p:cNvPr>
            <p:cNvSpPr txBox="1"/>
            <p:nvPr/>
          </p:nvSpPr>
          <p:spPr>
            <a:xfrm>
              <a:off x="6604193" y="3206454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(d)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4A02F6B-C89C-6E71-456D-6C0B0AE5DC06}"/>
                </a:ext>
              </a:extLst>
            </p:cNvPr>
            <p:cNvSpPr txBox="1"/>
            <p:nvPr/>
          </p:nvSpPr>
          <p:spPr>
            <a:xfrm>
              <a:off x="147870" y="5058590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(e)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8EA04B2-6781-8B24-A494-96E504896417}"/>
                </a:ext>
              </a:extLst>
            </p:cNvPr>
            <p:cNvSpPr txBox="1"/>
            <p:nvPr/>
          </p:nvSpPr>
          <p:spPr>
            <a:xfrm>
              <a:off x="2297005" y="5058590"/>
              <a:ext cx="399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(f)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C305A4-05B5-8DD0-CECC-414379AB2068}"/>
                </a:ext>
              </a:extLst>
            </p:cNvPr>
            <p:cNvSpPr txBox="1"/>
            <p:nvPr/>
          </p:nvSpPr>
          <p:spPr>
            <a:xfrm>
              <a:off x="4444368" y="5058588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(g)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6E7985-CB70-F4C9-5033-007F7108CC95}"/>
                </a:ext>
              </a:extLst>
            </p:cNvPr>
            <p:cNvSpPr txBox="1"/>
            <p:nvPr/>
          </p:nvSpPr>
          <p:spPr>
            <a:xfrm>
              <a:off x="6604193" y="5058588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(h)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5593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</TotalTime>
  <Words>25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Youyuan Long</dc:creator>
  <cp:lastModifiedBy>Youyuan Long</cp:lastModifiedBy>
  <cp:revision>4</cp:revision>
  <dcterms:created xsi:type="dcterms:W3CDTF">2026-05-17T16:53:55Z</dcterms:created>
  <dcterms:modified xsi:type="dcterms:W3CDTF">2026-05-17T18:54:26Z</dcterms:modified>
</cp:coreProperties>
</file>