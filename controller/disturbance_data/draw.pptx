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2087563" cy="2700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6" autoAdjust="0"/>
    <p:restoredTop sz="94660"/>
  </p:normalViewPr>
  <p:slideViewPr>
    <p:cSldViewPr snapToGrid="0">
      <p:cViewPr>
        <p:scale>
          <a:sx n="150" d="100"/>
          <a:sy n="150" d="100"/>
        </p:scale>
        <p:origin x="1851" y="6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69" y="441930"/>
            <a:ext cx="1774429" cy="940118"/>
          </a:xfrm>
        </p:spPr>
        <p:txBody>
          <a:bodyPr anchor="b"/>
          <a:lstStyle>
            <a:lvl1pPr algn="ctr">
              <a:defRPr sz="137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946" y="1418303"/>
            <a:ext cx="1565672" cy="651956"/>
          </a:xfrm>
        </p:spPr>
        <p:txBody>
          <a:bodyPr/>
          <a:lstStyle>
            <a:lvl1pPr marL="0" indent="0" algn="ctr">
              <a:buNone/>
              <a:defRPr sz="548"/>
            </a:lvl1pPr>
            <a:lvl2pPr marL="104387" indent="0" algn="ctr">
              <a:buNone/>
              <a:defRPr sz="457"/>
            </a:lvl2pPr>
            <a:lvl3pPr marL="208774" indent="0" algn="ctr">
              <a:buNone/>
              <a:defRPr sz="411"/>
            </a:lvl3pPr>
            <a:lvl4pPr marL="313160" indent="0" algn="ctr">
              <a:buNone/>
              <a:defRPr sz="365"/>
            </a:lvl4pPr>
            <a:lvl5pPr marL="417547" indent="0" algn="ctr">
              <a:buNone/>
              <a:defRPr sz="365"/>
            </a:lvl5pPr>
            <a:lvl6pPr marL="521934" indent="0" algn="ctr">
              <a:buNone/>
              <a:defRPr sz="365"/>
            </a:lvl6pPr>
            <a:lvl7pPr marL="626321" indent="0" algn="ctr">
              <a:buNone/>
              <a:defRPr sz="365"/>
            </a:lvl7pPr>
            <a:lvl8pPr marL="730707" indent="0" algn="ctr">
              <a:buNone/>
              <a:defRPr sz="365"/>
            </a:lvl8pPr>
            <a:lvl9pPr marL="835094" indent="0" algn="ctr">
              <a:buNone/>
              <a:defRPr sz="365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90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73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34" y="673214"/>
            <a:ext cx="1800523" cy="1123265"/>
          </a:xfrm>
        </p:spPr>
        <p:txBody>
          <a:bodyPr anchor="b"/>
          <a:lstStyle>
            <a:lvl1pPr>
              <a:defRPr sz="137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434" y="1807106"/>
            <a:ext cx="1800523" cy="590699"/>
          </a:xfrm>
        </p:spPr>
        <p:txBody>
          <a:bodyPr/>
          <a:lstStyle>
            <a:lvl1pPr marL="0" indent="0">
              <a:buNone/>
              <a:defRPr sz="548">
                <a:solidFill>
                  <a:schemeClr val="tx1"/>
                </a:solidFill>
              </a:defRPr>
            </a:lvl1pPr>
            <a:lvl2pPr marL="104387" indent="0">
              <a:buNone/>
              <a:defRPr sz="457">
                <a:solidFill>
                  <a:schemeClr val="tx1">
                    <a:tint val="75000"/>
                  </a:schemeClr>
                </a:solidFill>
              </a:defRPr>
            </a:lvl2pPr>
            <a:lvl3pPr marL="208774" indent="0">
              <a:buNone/>
              <a:defRPr sz="411">
                <a:solidFill>
                  <a:schemeClr val="tx1">
                    <a:tint val="75000"/>
                  </a:schemeClr>
                </a:solidFill>
              </a:defRPr>
            </a:lvl3pPr>
            <a:lvl4pPr marL="313160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4pPr>
            <a:lvl5pPr marL="417547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5pPr>
            <a:lvl6pPr marL="521934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6pPr>
            <a:lvl7pPr marL="626321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7pPr>
            <a:lvl8pPr marL="730707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8pPr>
            <a:lvl9pPr marL="835094" indent="0">
              <a:buNone/>
              <a:defRPr sz="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63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20" y="718840"/>
            <a:ext cx="887214" cy="171334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6829" y="718840"/>
            <a:ext cx="887214" cy="171334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811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94" y="143772"/>
            <a:ext cx="1800523" cy="521941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794" y="661962"/>
            <a:ext cx="883137" cy="324415"/>
          </a:xfrm>
        </p:spPr>
        <p:txBody>
          <a:bodyPr anchor="b"/>
          <a:lstStyle>
            <a:lvl1pPr marL="0" indent="0">
              <a:buNone/>
              <a:defRPr sz="548" b="1"/>
            </a:lvl1pPr>
            <a:lvl2pPr marL="104387" indent="0">
              <a:buNone/>
              <a:defRPr sz="457" b="1"/>
            </a:lvl2pPr>
            <a:lvl3pPr marL="208774" indent="0">
              <a:buNone/>
              <a:defRPr sz="411" b="1"/>
            </a:lvl3pPr>
            <a:lvl4pPr marL="313160" indent="0">
              <a:buNone/>
              <a:defRPr sz="365" b="1"/>
            </a:lvl4pPr>
            <a:lvl5pPr marL="417547" indent="0">
              <a:buNone/>
              <a:defRPr sz="365" b="1"/>
            </a:lvl5pPr>
            <a:lvl6pPr marL="521934" indent="0">
              <a:buNone/>
              <a:defRPr sz="365" b="1"/>
            </a:lvl6pPr>
            <a:lvl7pPr marL="626321" indent="0">
              <a:buNone/>
              <a:defRPr sz="365" b="1"/>
            </a:lvl7pPr>
            <a:lvl8pPr marL="730707" indent="0">
              <a:buNone/>
              <a:defRPr sz="365" b="1"/>
            </a:lvl8pPr>
            <a:lvl9pPr marL="835094" indent="0">
              <a:buNone/>
              <a:defRPr sz="365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794" y="986377"/>
            <a:ext cx="883137" cy="145080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6829" y="661962"/>
            <a:ext cx="887486" cy="324415"/>
          </a:xfrm>
        </p:spPr>
        <p:txBody>
          <a:bodyPr anchor="b"/>
          <a:lstStyle>
            <a:lvl1pPr marL="0" indent="0">
              <a:buNone/>
              <a:defRPr sz="548" b="1"/>
            </a:lvl1pPr>
            <a:lvl2pPr marL="104387" indent="0">
              <a:buNone/>
              <a:defRPr sz="457" b="1"/>
            </a:lvl2pPr>
            <a:lvl3pPr marL="208774" indent="0">
              <a:buNone/>
              <a:defRPr sz="411" b="1"/>
            </a:lvl3pPr>
            <a:lvl4pPr marL="313160" indent="0">
              <a:buNone/>
              <a:defRPr sz="365" b="1"/>
            </a:lvl4pPr>
            <a:lvl5pPr marL="417547" indent="0">
              <a:buNone/>
              <a:defRPr sz="365" b="1"/>
            </a:lvl5pPr>
            <a:lvl6pPr marL="521934" indent="0">
              <a:buNone/>
              <a:defRPr sz="365" b="1"/>
            </a:lvl6pPr>
            <a:lvl7pPr marL="626321" indent="0">
              <a:buNone/>
              <a:defRPr sz="365" b="1"/>
            </a:lvl7pPr>
            <a:lvl8pPr marL="730707" indent="0">
              <a:buNone/>
              <a:defRPr sz="365" b="1"/>
            </a:lvl8pPr>
            <a:lvl9pPr marL="835094" indent="0">
              <a:buNone/>
              <a:defRPr sz="365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6829" y="986377"/>
            <a:ext cx="887486" cy="145080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62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80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1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93" y="180026"/>
            <a:ext cx="673293" cy="630079"/>
          </a:xfrm>
        </p:spPr>
        <p:txBody>
          <a:bodyPr anchor="b"/>
          <a:lstStyle>
            <a:lvl1pPr>
              <a:defRPr sz="73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487" y="388799"/>
            <a:ext cx="1056829" cy="1918990"/>
          </a:xfrm>
        </p:spPr>
        <p:txBody>
          <a:bodyPr/>
          <a:lstStyle>
            <a:lvl1pPr>
              <a:defRPr sz="731"/>
            </a:lvl1pPr>
            <a:lvl2pPr>
              <a:defRPr sz="639"/>
            </a:lvl2pPr>
            <a:lvl3pPr>
              <a:defRPr sz="548"/>
            </a:lvl3pPr>
            <a:lvl4pPr>
              <a:defRPr sz="457"/>
            </a:lvl4pPr>
            <a:lvl5pPr>
              <a:defRPr sz="457"/>
            </a:lvl5pPr>
            <a:lvl6pPr>
              <a:defRPr sz="457"/>
            </a:lvl6pPr>
            <a:lvl7pPr>
              <a:defRPr sz="457"/>
            </a:lvl7pPr>
            <a:lvl8pPr>
              <a:defRPr sz="457"/>
            </a:lvl8pPr>
            <a:lvl9pPr>
              <a:defRPr sz="457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793" y="810102"/>
            <a:ext cx="673293" cy="1500813"/>
          </a:xfrm>
        </p:spPr>
        <p:txBody>
          <a:bodyPr/>
          <a:lstStyle>
            <a:lvl1pPr marL="0" indent="0">
              <a:buNone/>
              <a:defRPr sz="365"/>
            </a:lvl1pPr>
            <a:lvl2pPr marL="104387" indent="0">
              <a:buNone/>
              <a:defRPr sz="320"/>
            </a:lvl2pPr>
            <a:lvl3pPr marL="208774" indent="0">
              <a:buNone/>
              <a:defRPr sz="274"/>
            </a:lvl3pPr>
            <a:lvl4pPr marL="313160" indent="0">
              <a:buNone/>
              <a:defRPr sz="228"/>
            </a:lvl4pPr>
            <a:lvl5pPr marL="417547" indent="0">
              <a:buNone/>
              <a:defRPr sz="228"/>
            </a:lvl5pPr>
            <a:lvl6pPr marL="521934" indent="0">
              <a:buNone/>
              <a:defRPr sz="228"/>
            </a:lvl6pPr>
            <a:lvl7pPr marL="626321" indent="0">
              <a:buNone/>
              <a:defRPr sz="228"/>
            </a:lvl7pPr>
            <a:lvl8pPr marL="730707" indent="0">
              <a:buNone/>
              <a:defRPr sz="228"/>
            </a:lvl8pPr>
            <a:lvl9pPr marL="835094" indent="0">
              <a:buNone/>
              <a:defRPr sz="22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97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93" y="180026"/>
            <a:ext cx="673293" cy="630079"/>
          </a:xfrm>
        </p:spPr>
        <p:txBody>
          <a:bodyPr anchor="b"/>
          <a:lstStyle>
            <a:lvl1pPr>
              <a:defRPr sz="73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7487" y="388799"/>
            <a:ext cx="1056829" cy="1918990"/>
          </a:xfrm>
        </p:spPr>
        <p:txBody>
          <a:bodyPr anchor="t"/>
          <a:lstStyle>
            <a:lvl1pPr marL="0" indent="0">
              <a:buNone/>
              <a:defRPr sz="731"/>
            </a:lvl1pPr>
            <a:lvl2pPr marL="104387" indent="0">
              <a:buNone/>
              <a:defRPr sz="639"/>
            </a:lvl2pPr>
            <a:lvl3pPr marL="208774" indent="0">
              <a:buNone/>
              <a:defRPr sz="548"/>
            </a:lvl3pPr>
            <a:lvl4pPr marL="313160" indent="0">
              <a:buNone/>
              <a:defRPr sz="457"/>
            </a:lvl4pPr>
            <a:lvl5pPr marL="417547" indent="0">
              <a:buNone/>
              <a:defRPr sz="457"/>
            </a:lvl5pPr>
            <a:lvl6pPr marL="521934" indent="0">
              <a:buNone/>
              <a:defRPr sz="457"/>
            </a:lvl6pPr>
            <a:lvl7pPr marL="626321" indent="0">
              <a:buNone/>
              <a:defRPr sz="457"/>
            </a:lvl7pPr>
            <a:lvl8pPr marL="730707" indent="0">
              <a:buNone/>
              <a:defRPr sz="457"/>
            </a:lvl8pPr>
            <a:lvl9pPr marL="835094" indent="0">
              <a:buNone/>
              <a:defRPr sz="457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793" y="810102"/>
            <a:ext cx="673293" cy="1500813"/>
          </a:xfrm>
        </p:spPr>
        <p:txBody>
          <a:bodyPr/>
          <a:lstStyle>
            <a:lvl1pPr marL="0" indent="0">
              <a:buNone/>
              <a:defRPr sz="365"/>
            </a:lvl1pPr>
            <a:lvl2pPr marL="104387" indent="0">
              <a:buNone/>
              <a:defRPr sz="320"/>
            </a:lvl2pPr>
            <a:lvl3pPr marL="208774" indent="0">
              <a:buNone/>
              <a:defRPr sz="274"/>
            </a:lvl3pPr>
            <a:lvl4pPr marL="313160" indent="0">
              <a:buNone/>
              <a:defRPr sz="228"/>
            </a:lvl4pPr>
            <a:lvl5pPr marL="417547" indent="0">
              <a:buNone/>
              <a:defRPr sz="228"/>
            </a:lvl5pPr>
            <a:lvl6pPr marL="521934" indent="0">
              <a:buNone/>
              <a:defRPr sz="228"/>
            </a:lvl6pPr>
            <a:lvl7pPr marL="626321" indent="0">
              <a:buNone/>
              <a:defRPr sz="228"/>
            </a:lvl7pPr>
            <a:lvl8pPr marL="730707" indent="0">
              <a:buNone/>
              <a:defRPr sz="228"/>
            </a:lvl8pPr>
            <a:lvl9pPr marL="835094" indent="0">
              <a:buNone/>
              <a:defRPr sz="22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0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33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3913" y="143768"/>
            <a:ext cx="450131" cy="22884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520" y="143768"/>
            <a:ext cx="1324298" cy="22884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31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22" y="143772"/>
            <a:ext cx="1800523" cy="521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22" y="718840"/>
            <a:ext cx="1800523" cy="171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20" y="2502814"/>
            <a:ext cx="46970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53F59-654B-4C7A-B716-160BAAE171D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506" y="2502814"/>
            <a:ext cx="704553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74341" y="2502814"/>
            <a:ext cx="46970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12B54-23E4-4164-8C95-C8501938F3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2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08774" rtl="0" eaLnBrk="1" latinLnBrk="0" hangingPunct="1">
        <a:lnSpc>
          <a:spcPct val="90000"/>
        </a:lnSpc>
        <a:spcBef>
          <a:spcPct val="0"/>
        </a:spcBef>
        <a:buNone/>
        <a:defRPr sz="10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193" indent="-52193" algn="l" defTabSz="208774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639" kern="1200">
          <a:solidFill>
            <a:schemeClr val="tx1"/>
          </a:solidFill>
          <a:latin typeface="+mn-lt"/>
          <a:ea typeface="+mn-ea"/>
          <a:cs typeface="+mn-cs"/>
        </a:defRPr>
      </a:lvl1pPr>
      <a:lvl2pPr marL="156580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2pPr>
      <a:lvl3pPr marL="260967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65354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4pPr>
      <a:lvl5pPr marL="469740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5pPr>
      <a:lvl6pPr marL="574127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6pPr>
      <a:lvl7pPr marL="678514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7pPr>
      <a:lvl8pPr marL="782901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8pPr>
      <a:lvl9pPr marL="887287" indent="-52193" algn="l" defTabSz="208774" rtl="0" eaLnBrk="1" latinLnBrk="0" hangingPunct="1">
        <a:lnSpc>
          <a:spcPct val="90000"/>
        </a:lnSpc>
        <a:spcBef>
          <a:spcPts val="114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1pPr>
      <a:lvl2pPr marL="104387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2pPr>
      <a:lvl3pPr marL="208774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3pPr>
      <a:lvl4pPr marL="313160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4pPr>
      <a:lvl5pPr marL="417547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5pPr>
      <a:lvl6pPr marL="521934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6pPr>
      <a:lvl7pPr marL="626321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7pPr>
      <a:lvl8pPr marL="730707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8pPr>
      <a:lvl9pPr marL="835094" algn="l" defTabSz="208774" rtl="0" eaLnBrk="1" latinLnBrk="0" hangingPunct="1">
        <a:defRPr sz="4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895F14-E313-C12D-8CB3-E464A17A5E51}"/>
              </a:ext>
            </a:extLst>
          </p:cNvPr>
          <p:cNvGrpSpPr/>
          <p:nvPr/>
        </p:nvGrpSpPr>
        <p:grpSpPr>
          <a:xfrm>
            <a:off x="26510" y="24489"/>
            <a:ext cx="2034544" cy="2645598"/>
            <a:chOff x="26510" y="24489"/>
            <a:chExt cx="2034544" cy="26455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79041E-F5EE-B9E2-B888-B79AC7E48789}"/>
                </a:ext>
              </a:extLst>
            </p:cNvPr>
            <p:cNvGrpSpPr/>
            <p:nvPr/>
          </p:nvGrpSpPr>
          <p:grpSpPr>
            <a:xfrm>
              <a:off x="26510" y="24489"/>
              <a:ext cx="2034544" cy="2645598"/>
              <a:chOff x="26510" y="0"/>
              <a:chExt cx="2034544" cy="264559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4AD05CE-0770-0941-86FC-4B564D4E6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10" y="0"/>
                <a:ext cx="2034544" cy="162001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0CEE489-76D4-E79B-6F2E-5965222EA2E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864" t="12680" r="43273" b="30471"/>
              <a:stretch>
                <a:fillRect/>
              </a:stretch>
            </p:blipFill>
            <p:spPr>
              <a:xfrm>
                <a:off x="26515" y="1774134"/>
                <a:ext cx="977373" cy="871460"/>
              </a:xfrm>
              <a:prstGeom prst="roundRect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678E6C6-D9A5-0C85-CFC2-0B6E133F424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202" t="8672" r="16935" b="34479"/>
              <a:stretch>
                <a:fillRect/>
              </a:stretch>
            </p:blipFill>
            <p:spPr>
              <a:xfrm>
                <a:off x="1083680" y="1774137"/>
                <a:ext cx="977374" cy="871461"/>
              </a:xfrm>
              <a:prstGeom prst="roundRect">
                <a:avLst/>
              </a:prstGeom>
              <a:ln w="19050" cap="sq">
                <a:solidFill>
                  <a:schemeClr val="bg1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977373"/>
                          <a:gd name="csY0" fmla="*/ 0 h 871460"/>
                          <a:gd name="csX1" fmla="*/ 977373 w 977373"/>
                          <a:gd name="csY1" fmla="*/ 0 h 871460"/>
                          <a:gd name="csX2" fmla="*/ 977373 w 977373"/>
                          <a:gd name="csY2" fmla="*/ 871460 h 871460"/>
                          <a:gd name="csX3" fmla="*/ 0 w 977373"/>
                          <a:gd name="csY3" fmla="*/ 871460 h 871460"/>
                          <a:gd name="csX4" fmla="*/ 0 w 977373"/>
                          <a:gd name="csY4" fmla="*/ 0 h 87146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977373" h="871460" fill="none" extrusionOk="0">
                            <a:moveTo>
                              <a:pt x="0" y="0"/>
                            </a:moveTo>
                            <a:cubicBezTo>
                              <a:pt x="454275" y="-21360"/>
                              <a:pt x="762481" y="39618"/>
                              <a:pt x="977373" y="0"/>
                            </a:cubicBezTo>
                            <a:cubicBezTo>
                              <a:pt x="990470" y="423864"/>
                              <a:pt x="959649" y="586537"/>
                              <a:pt x="977373" y="871460"/>
                            </a:cubicBezTo>
                            <a:cubicBezTo>
                              <a:pt x="502067" y="801819"/>
                              <a:pt x="445359" y="821104"/>
                              <a:pt x="0" y="871460"/>
                            </a:cubicBezTo>
                            <a:cubicBezTo>
                              <a:pt x="71413" y="475286"/>
                              <a:pt x="-30985" y="93580"/>
                              <a:pt x="0" y="0"/>
                            </a:cubicBezTo>
                            <a:close/>
                          </a:path>
                          <a:path w="977373" h="871460" stroke="0" extrusionOk="0">
                            <a:moveTo>
                              <a:pt x="0" y="0"/>
                            </a:moveTo>
                            <a:cubicBezTo>
                              <a:pt x="464929" y="-14595"/>
                              <a:pt x="784217" y="80215"/>
                              <a:pt x="977373" y="0"/>
                            </a:cubicBezTo>
                            <a:cubicBezTo>
                              <a:pt x="911473" y="285403"/>
                              <a:pt x="1030988" y="591803"/>
                              <a:pt x="977373" y="871460"/>
                            </a:cubicBezTo>
                            <a:cubicBezTo>
                              <a:pt x="851270" y="810142"/>
                              <a:pt x="148852" y="869807"/>
                              <a:pt x="0" y="871460"/>
                            </a:cubicBezTo>
                            <a:cubicBezTo>
                              <a:pt x="-55289" y="574343"/>
                              <a:pt x="-34602" y="4188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</p:pic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70CA4DF-6803-7443-95C8-867D38BB33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853" y="1396856"/>
                <a:ext cx="0" cy="336694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miter lim="800000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F95ECAB-955E-1682-9A39-00BEFEEA44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31609" y="1396856"/>
                <a:ext cx="0" cy="336694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miter lim="800000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7DF05168-EC4C-DD81-325C-9EF597FF473E}"/>
                </a:ext>
              </a:extLst>
            </p:cNvPr>
            <p:cNvSpPr/>
            <p:nvPr/>
          </p:nvSpPr>
          <p:spPr>
            <a:xfrm rot="11996620">
              <a:off x="434284" y="1055034"/>
              <a:ext cx="513009" cy="422046"/>
            </a:xfrm>
            <a:prstGeom prst="arc">
              <a:avLst>
                <a:gd name="adj1" fmla="val 16286174"/>
                <a:gd name="adj2" fmla="val 20952313"/>
              </a:avLst>
            </a:prstGeom>
            <a:ln w="12700">
              <a:solidFill>
                <a:schemeClr val="bg2">
                  <a:lumMod val="25000"/>
                </a:schemeClr>
              </a:solidFill>
              <a:headEnd type="arrow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684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Youyuan Long</dc:creator>
  <cp:lastModifiedBy>Youyuan Long</cp:lastModifiedBy>
  <cp:revision>5</cp:revision>
  <dcterms:created xsi:type="dcterms:W3CDTF">2026-04-30T15:59:51Z</dcterms:created>
  <dcterms:modified xsi:type="dcterms:W3CDTF">2026-04-30T18:11:46Z</dcterms:modified>
</cp:coreProperties>
</file>