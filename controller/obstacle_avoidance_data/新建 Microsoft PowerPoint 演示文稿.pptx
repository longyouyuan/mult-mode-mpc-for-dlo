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7F0E"/>
    <a:srgbClr val="D475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943" y="4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CE629-9834-EC8A-D121-AACCA76CA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66D8B1-5F1E-D59B-1195-854834BC0A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A3AE9-D054-907E-A1FB-6E79E7353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886-760E-4A2F-92BD-F14CEBB78A91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F98D0-364B-C500-C778-24A821EB9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78AFC-9E8D-C7F7-7778-7F7F57B8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A872-5BB4-4594-BC45-96A41C4BE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670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D8878-2549-FEF8-3B33-6DA95CD36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C96DB-5C4B-D153-6ECD-66430504B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7C481-2BBF-F49A-27F5-D6B3293CF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886-760E-4A2F-92BD-F14CEBB78A91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0274F-CF45-A3C1-7E05-E7E055938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13A40-1956-CFF3-E22E-08CF6C6CE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A872-5BB4-4594-BC45-96A41C4BE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681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91AA1-D17B-B350-EF47-2163BB8EB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1133F0-5F23-DF56-EE0D-66B675827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32DB8-85EF-899C-1F4A-6E6522B40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886-760E-4A2F-92BD-F14CEBB78A91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1070E-C535-3625-6931-B5F3BB16F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49CF6-ACBC-CE2F-AC9C-131E89F9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A872-5BB4-4594-BC45-96A41C4BE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142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428A9-CD20-FD6E-1805-04DBB8696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19710-7810-AEE4-E379-8B58EF6C38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19D78C-B03A-ED4E-FA25-38533EFCD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CB734-76BC-5218-2EBB-F5DDE2186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886-760E-4A2F-92BD-F14CEBB78A91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B20568-DD5B-FC92-50FE-40C87E7AC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AC1F4-44DB-B60C-8A4A-FE23E54C5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A872-5BB4-4594-BC45-96A41C4BE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0165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57F29-3879-AB0E-AB6F-DDDCEB324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07BB7-BB68-9380-26D4-7DB0A3E1E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381872-051B-E412-A3FC-91C1F877D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E9172D-EE47-B7EB-6BC3-E2A1CC5A98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23C8E6-E407-B46C-4A14-AC14753F64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002C0A-6D95-4FE1-0158-C6C4CCD5A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886-760E-4A2F-92BD-F14CEBB78A91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4A2D48-3301-04E3-C5BB-2FDA6276D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9B56C0-1E04-E2B2-32A2-662C3F091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A872-5BB4-4594-BC45-96A41C4BE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108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A4762-F2F7-7CFB-1434-CBFC0DCC2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3744F2-FF07-E1BC-B596-5F359C90D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886-760E-4A2F-92BD-F14CEBB78A91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B95A73-8584-AEFB-E814-7826C7D3F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80A38A-6CA9-FECD-48B3-726FFE57F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A872-5BB4-4594-BC45-96A41C4BE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055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CA7E4B-DE96-2FB0-4F8D-04C52F5F6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886-760E-4A2F-92BD-F14CEBB78A91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EF3252-C697-554F-5D1F-AD5EB2609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6E8A3-0C17-71EE-D272-B880858F9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A872-5BB4-4594-BC45-96A41C4BE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584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C9F63-4236-76E6-10C8-39772CEF7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CEECA-87DC-E1D0-C938-2E0FBBE19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067C76-D4D4-01AA-77A8-F6DC57151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BD04A5-3188-98CE-141E-5DBCF5BDB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886-760E-4A2F-92BD-F14CEBB78A91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8A01A8-C00D-9E42-B6FC-4EBDDC044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F73D4-69F2-7045-BDF4-E291CF20D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A872-5BB4-4594-BC45-96A41C4BE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550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7545E-ADEB-5A56-90B1-72DAAB6DE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454D37-AB13-8B1D-A321-587B2622FB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1599A-C0BA-A469-4094-09A48BBA75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C4506-C903-E9C3-C07C-EFF98D544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886-760E-4A2F-92BD-F14CEBB78A91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9146B-5C2E-FEA8-90D9-9FD8EC3C8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33DDF-8038-C9BB-1D41-88E801997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A872-5BB4-4594-BC45-96A41C4BE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644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DE76E-E847-4DEB-CEEF-134390B5E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15461-B421-7AB8-88B7-109DA66D5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15B9A-76BF-3881-74F9-859B16F03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886-760E-4A2F-92BD-F14CEBB78A91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AD0B9-5ADA-B81E-57D1-B7DF2D1BB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15E1C-2A07-EA46-26EC-E78AA523D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A872-5BB4-4594-BC45-96A41C4BE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50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9325DB-7079-5555-532D-64CB0920D8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8F399-002D-E2AB-BB34-464A02B90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4D4D5-4143-12B0-D6D6-D278EF361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886-760E-4A2F-92BD-F14CEBB78A91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6E897-60A4-0420-8480-92D2DA151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B4D1D-B002-50D7-3220-EC81DDD34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A872-5BB4-4594-BC45-96A41C4BE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59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83DB08-5E77-432F-E6E2-FCE72CFCE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E7338-4704-43C9-7FBE-446B8B884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D9674-406C-7255-83A1-99D9930A16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4E5886-760E-4A2F-92BD-F14CEBB78A91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91C52-E7CA-56AD-A821-15EBB4A7B2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BD1B5-4A10-F9C7-C836-F7CE26F3B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E6A872-5BB4-4594-BC45-96A41C4BE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570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210B51-2F1C-EEC3-2F49-655619014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536840" y="4086078"/>
            <a:ext cx="1514460" cy="18678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650CF5-6C36-3C12-5F06-47C70DA47C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26" r="94"/>
          <a:stretch>
            <a:fillRect/>
          </a:stretch>
        </p:blipFill>
        <p:spPr>
          <a:xfrm>
            <a:off x="4999708" y="838251"/>
            <a:ext cx="2117717" cy="2359501"/>
          </a:xfrm>
          <a:prstGeom prst="round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7D1DC1-183F-4942-C388-C6CD08C530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366" b="10900"/>
          <a:stretch>
            <a:fillRect/>
          </a:stretch>
        </p:blipFill>
        <p:spPr>
          <a:xfrm>
            <a:off x="2737637" y="834195"/>
            <a:ext cx="2117717" cy="2363707"/>
          </a:xfrm>
          <a:prstGeom prst="round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029F35-66BD-5F2E-441B-150E23F96267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21"/>
          <a:stretch>
            <a:fillRect/>
          </a:stretch>
        </p:blipFill>
        <p:spPr>
          <a:xfrm>
            <a:off x="4999707" y="3413517"/>
            <a:ext cx="2117717" cy="2363707"/>
          </a:xfrm>
          <a:prstGeom prst="round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C2BBEFF-5F97-7F4D-BB8D-A4CE9EE5F9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1" t="485" r="13586" b="-485"/>
          <a:stretch>
            <a:fillRect/>
          </a:stretch>
        </p:blipFill>
        <p:spPr>
          <a:xfrm>
            <a:off x="2737636" y="3413517"/>
            <a:ext cx="2117717" cy="2363707"/>
          </a:xfrm>
          <a:prstGeom prst="round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A6D9C710-DAC7-ED58-518B-4520B90D0C69}"/>
              </a:ext>
            </a:extLst>
          </p:cNvPr>
          <p:cNvGrpSpPr/>
          <p:nvPr/>
        </p:nvGrpSpPr>
        <p:grpSpPr>
          <a:xfrm rot="5400000">
            <a:off x="6661660" y="1204792"/>
            <a:ext cx="3732959" cy="2382984"/>
            <a:chOff x="2398268" y="352881"/>
            <a:chExt cx="3428568" cy="218867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071C8FE-0B8C-F562-806E-3B8DD3AD8E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8268" y="352881"/>
              <a:ext cx="3428568" cy="2188672"/>
            </a:xfrm>
            <a:prstGeom prst="rect">
              <a:avLst/>
            </a:prstGeom>
          </p:spPr>
        </p:pic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96E01F34-DF6D-01F4-6BB5-19F58C88CA30}"/>
                </a:ext>
              </a:extLst>
            </p:cNvPr>
            <p:cNvSpPr/>
            <p:nvPr/>
          </p:nvSpPr>
          <p:spPr>
            <a:xfrm rot="1057097">
              <a:off x="5013639" y="892145"/>
              <a:ext cx="661352" cy="527787"/>
            </a:xfrm>
            <a:prstGeom prst="arc">
              <a:avLst>
                <a:gd name="adj1" fmla="val 15383863"/>
                <a:gd name="adj2" fmla="val 20654911"/>
              </a:avLst>
            </a:prstGeom>
            <a:ln w="15875">
              <a:solidFill>
                <a:schemeClr val="bg2">
                  <a:lumMod val="25000"/>
                </a:schemeClr>
              </a:solidFill>
              <a:headEnd type="none" w="sm" len="sm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9397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0A2AE-DDD2-E7C5-8681-A76381DF3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1C4B49-C149-A857-3504-43F6268CB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389" y="2350735"/>
            <a:ext cx="1694327" cy="208966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479ED828-5422-8434-DB3C-10995ECC63D8}"/>
              </a:ext>
            </a:extLst>
          </p:cNvPr>
          <p:cNvGrpSpPr/>
          <p:nvPr/>
        </p:nvGrpSpPr>
        <p:grpSpPr>
          <a:xfrm>
            <a:off x="-2245872" y="2195632"/>
            <a:ext cx="3903312" cy="2106560"/>
            <a:chOff x="2737637" y="834195"/>
            <a:chExt cx="4379788" cy="236370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1FB4F12-65CC-C736-5691-59EB714C1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26" r="94"/>
            <a:stretch>
              <a:fillRect/>
            </a:stretch>
          </p:blipFill>
          <p:spPr>
            <a:xfrm>
              <a:off x="4999708" y="838251"/>
              <a:ext cx="2117717" cy="2359501"/>
            </a:xfrm>
            <a:prstGeom prst="roundRect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9BE0551-B77A-0EEE-71D3-65D1311A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366" b="10900"/>
            <a:stretch>
              <a:fillRect/>
            </a:stretch>
          </p:blipFill>
          <p:spPr>
            <a:xfrm>
              <a:off x="2737637" y="834195"/>
              <a:ext cx="2117717" cy="2363707"/>
            </a:xfrm>
            <a:prstGeom prst="roundRect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A4BF4CE-6A4E-7711-C391-E32D5E37024A}"/>
              </a:ext>
            </a:extLst>
          </p:cNvPr>
          <p:cNvGrpSpPr/>
          <p:nvPr/>
        </p:nvGrpSpPr>
        <p:grpSpPr>
          <a:xfrm>
            <a:off x="1862818" y="2195632"/>
            <a:ext cx="3903312" cy="2106560"/>
            <a:chOff x="2737636" y="3413517"/>
            <a:chExt cx="4379788" cy="236370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87AE29E-78EC-4482-1DA4-C465EE13ABCB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21"/>
            <a:stretch>
              <a:fillRect/>
            </a:stretch>
          </p:blipFill>
          <p:spPr>
            <a:xfrm>
              <a:off x="4999707" y="3413517"/>
              <a:ext cx="2117717" cy="2363707"/>
            </a:xfrm>
            <a:prstGeom prst="roundRect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D8A57F9-3E92-78AA-0FFE-9DA9E6E8932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61" t="485" r="13586" b="-485"/>
            <a:stretch>
              <a:fillRect/>
            </a:stretch>
          </p:blipFill>
          <p:spPr>
            <a:xfrm>
              <a:off x="2737636" y="3413517"/>
              <a:ext cx="2117717" cy="2363707"/>
            </a:xfrm>
            <a:prstGeom prst="roundRect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9DC9092-017D-18B2-8FCA-338B7A3E97C1}"/>
              </a:ext>
            </a:extLst>
          </p:cNvPr>
          <p:cNvGrpSpPr/>
          <p:nvPr/>
        </p:nvGrpSpPr>
        <p:grpSpPr>
          <a:xfrm>
            <a:off x="5894780" y="2057420"/>
            <a:ext cx="3732959" cy="2382984"/>
            <a:chOff x="2398268" y="352881"/>
            <a:chExt cx="3428568" cy="218867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9F6CFBE-5BF5-3218-5E55-24F32AD28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8268" y="352881"/>
              <a:ext cx="3428568" cy="2188672"/>
            </a:xfrm>
            <a:prstGeom prst="rect">
              <a:avLst/>
            </a:prstGeom>
          </p:spPr>
        </p:pic>
        <p:sp>
          <p:nvSpPr>
            <p:cNvPr id="9" name="Arc 8">
              <a:extLst>
                <a:ext uri="{FF2B5EF4-FFF2-40B4-BE49-F238E27FC236}">
                  <a16:creationId xmlns:a16="http://schemas.microsoft.com/office/drawing/2014/main" id="{02DB6670-DDA1-4EAE-114B-B05B440F9986}"/>
                </a:ext>
              </a:extLst>
            </p:cNvPr>
            <p:cNvSpPr/>
            <p:nvPr/>
          </p:nvSpPr>
          <p:spPr>
            <a:xfrm rot="1057097">
              <a:off x="5013639" y="892145"/>
              <a:ext cx="661352" cy="527787"/>
            </a:xfrm>
            <a:prstGeom prst="arc">
              <a:avLst>
                <a:gd name="adj1" fmla="val 15383863"/>
                <a:gd name="adj2" fmla="val 20654911"/>
              </a:avLst>
            </a:prstGeom>
            <a:ln w="15875">
              <a:solidFill>
                <a:schemeClr val="bg2">
                  <a:lumMod val="25000"/>
                </a:schemeClr>
              </a:solidFill>
              <a:headEnd type="none" w="sm" len="sm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87745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630E9-ADE9-D4A3-3A9C-0AFD807E7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C9B7AD4-2849-6A2C-2E49-41E7667C61DA}"/>
              </a:ext>
            </a:extLst>
          </p:cNvPr>
          <p:cNvGrpSpPr/>
          <p:nvPr/>
        </p:nvGrpSpPr>
        <p:grpSpPr>
          <a:xfrm>
            <a:off x="1524563" y="849192"/>
            <a:ext cx="7743363" cy="5159616"/>
            <a:chOff x="1524563" y="849192"/>
            <a:chExt cx="7743363" cy="5159616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AE6F32E1-B2B8-CC48-538F-896AA5DA599F}"/>
                </a:ext>
              </a:extLst>
            </p:cNvPr>
            <p:cNvGrpSpPr/>
            <p:nvPr/>
          </p:nvGrpSpPr>
          <p:grpSpPr>
            <a:xfrm>
              <a:off x="2925109" y="849192"/>
              <a:ext cx="4581627" cy="2924742"/>
              <a:chOff x="2733579" y="762105"/>
              <a:chExt cx="4581627" cy="2924742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74B0BB71-12B9-3197-2F1C-FB2B789C1385}"/>
                  </a:ext>
                </a:extLst>
              </p:cNvPr>
              <p:cNvGrpSpPr/>
              <p:nvPr/>
            </p:nvGrpSpPr>
            <p:grpSpPr>
              <a:xfrm>
                <a:off x="2733579" y="762105"/>
                <a:ext cx="4581627" cy="2924742"/>
                <a:chOff x="2398268" y="352881"/>
                <a:chExt cx="3428568" cy="2188672"/>
              </a:xfrm>
            </p:grpSpPr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68A230CF-9887-F064-C2EC-D6BFCC170E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398268" y="352881"/>
                  <a:ext cx="3428568" cy="2188672"/>
                </a:xfrm>
                <a:prstGeom prst="rect">
                  <a:avLst/>
                </a:prstGeom>
              </p:spPr>
            </p:pic>
            <p:sp>
              <p:nvSpPr>
                <p:cNvPr id="19" name="Arc 18">
                  <a:extLst>
                    <a:ext uri="{FF2B5EF4-FFF2-40B4-BE49-F238E27FC236}">
                      <a16:creationId xmlns:a16="http://schemas.microsoft.com/office/drawing/2014/main" id="{00251E9B-77AE-55AC-36E9-5789C2AD5CC6}"/>
                    </a:ext>
                  </a:extLst>
                </p:cNvPr>
                <p:cNvSpPr/>
                <p:nvPr/>
              </p:nvSpPr>
              <p:spPr>
                <a:xfrm rot="1057097">
                  <a:off x="5013639" y="892145"/>
                  <a:ext cx="661352" cy="527787"/>
                </a:xfrm>
                <a:prstGeom prst="arc">
                  <a:avLst>
                    <a:gd name="adj1" fmla="val 15383863"/>
                    <a:gd name="adj2" fmla="val 20654911"/>
                  </a:avLst>
                </a:prstGeom>
                <a:ln w="19050">
                  <a:solidFill>
                    <a:schemeClr val="bg2">
                      <a:lumMod val="25000"/>
                    </a:schemeClr>
                  </a:solidFill>
                  <a:headEnd type="none" w="sm" len="sm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20BA289C-AB8F-5F57-1B73-41CC41329904}"/>
                  </a:ext>
                </a:extLst>
              </p:cNvPr>
              <p:cNvSpPr/>
              <p:nvPr/>
            </p:nvSpPr>
            <p:spPr>
              <a:xfrm>
                <a:off x="3866458" y="2242490"/>
                <a:ext cx="306977" cy="306977"/>
              </a:xfrm>
              <a:prstGeom prst="ellipse">
                <a:avLst/>
              </a:prstGeom>
              <a:solidFill>
                <a:srgbClr val="E17F0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A</a:t>
                </a:r>
                <a:endPara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3579E93D-9FE3-CBE4-6093-B9D2E4790E60}"/>
                  </a:ext>
                </a:extLst>
              </p:cNvPr>
              <p:cNvSpPr/>
              <p:nvPr/>
            </p:nvSpPr>
            <p:spPr>
              <a:xfrm>
                <a:off x="4112907" y="2768616"/>
                <a:ext cx="306977" cy="306977"/>
              </a:xfrm>
              <a:prstGeom prst="ellipse">
                <a:avLst/>
              </a:prstGeom>
              <a:solidFill>
                <a:srgbClr val="E17F0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B</a:t>
                </a:r>
                <a:endPara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3168E77B-3B2A-3BE8-8D48-23D2ED275B0A}"/>
                  </a:ext>
                </a:extLst>
              </p:cNvPr>
              <p:cNvSpPr/>
              <p:nvPr/>
            </p:nvSpPr>
            <p:spPr>
              <a:xfrm>
                <a:off x="6445467" y="2351022"/>
                <a:ext cx="306977" cy="306977"/>
              </a:xfrm>
              <a:prstGeom prst="ellipse">
                <a:avLst/>
              </a:prstGeom>
              <a:solidFill>
                <a:srgbClr val="E17F0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C</a:t>
                </a:r>
                <a:endPara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C24BAFFD-69F5-6113-A60B-9A3C281B3786}"/>
                  </a:ext>
                </a:extLst>
              </p:cNvPr>
              <p:cNvSpPr/>
              <p:nvPr/>
            </p:nvSpPr>
            <p:spPr>
              <a:xfrm>
                <a:off x="6050344" y="2783916"/>
                <a:ext cx="306977" cy="306977"/>
              </a:xfrm>
              <a:prstGeom prst="ellipse">
                <a:avLst/>
              </a:prstGeom>
              <a:solidFill>
                <a:srgbClr val="E17F0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D</a:t>
                </a:r>
                <a:endPara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16B1C40D-6A5C-8C49-1F37-C83B80D8B645}"/>
                  </a:ext>
                </a:extLst>
              </p:cNvPr>
              <p:cNvSpPr/>
              <p:nvPr/>
            </p:nvSpPr>
            <p:spPr>
              <a:xfrm>
                <a:off x="3580992" y="3023336"/>
                <a:ext cx="122638" cy="122638"/>
              </a:xfrm>
              <a:prstGeom prst="ellipse">
                <a:avLst/>
              </a:prstGeom>
              <a:solidFill>
                <a:srgbClr val="E17F0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A974A3C7-9274-883A-56FF-53577B3495FB}"/>
                  </a:ext>
                </a:extLst>
              </p:cNvPr>
              <p:cNvSpPr/>
              <p:nvPr/>
            </p:nvSpPr>
            <p:spPr>
              <a:xfrm>
                <a:off x="4573372" y="3224337"/>
                <a:ext cx="122638" cy="122638"/>
              </a:xfrm>
              <a:prstGeom prst="ellipse">
                <a:avLst/>
              </a:prstGeom>
              <a:solidFill>
                <a:srgbClr val="E17F0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12589675-3A37-7A0C-72B4-6B5BAA8FA07B}"/>
                  </a:ext>
                </a:extLst>
              </p:cNvPr>
              <p:cNvSpPr/>
              <p:nvPr/>
            </p:nvSpPr>
            <p:spPr>
              <a:xfrm>
                <a:off x="6928700" y="2907587"/>
                <a:ext cx="122638" cy="122638"/>
              </a:xfrm>
              <a:prstGeom prst="ellipse">
                <a:avLst/>
              </a:prstGeom>
              <a:solidFill>
                <a:srgbClr val="E17F0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E2A5030B-C3FA-EC1B-AA15-9F88082480E6}"/>
                  </a:ext>
                </a:extLst>
              </p:cNvPr>
              <p:cNvSpPr/>
              <p:nvPr/>
            </p:nvSpPr>
            <p:spPr>
              <a:xfrm>
                <a:off x="6142514" y="3367681"/>
                <a:ext cx="122638" cy="122638"/>
              </a:xfrm>
              <a:prstGeom prst="ellipse">
                <a:avLst/>
              </a:prstGeom>
              <a:solidFill>
                <a:srgbClr val="E17F0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E182D9A9-20DD-AC48-336B-49F376BFA812}"/>
                  </a:ext>
                </a:extLst>
              </p:cNvPr>
              <p:cNvCxnSpPr>
                <a:cxnSpLocks/>
                <a:stCxn id="39" idx="3"/>
                <a:endCxn id="43" idx="7"/>
              </p:cNvCxnSpPr>
              <p:nvPr/>
            </p:nvCxnSpPr>
            <p:spPr>
              <a:xfrm flipH="1">
                <a:off x="3685670" y="2504511"/>
                <a:ext cx="225744" cy="536785"/>
              </a:xfrm>
              <a:prstGeom prst="straightConnector1">
                <a:avLst/>
              </a:prstGeom>
              <a:ln w="38100" cap="flat" cmpd="sng">
                <a:solidFill>
                  <a:srgbClr val="E17F0E"/>
                </a:solidFill>
                <a:prstDash val="solid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E94656EF-E837-EE57-7990-ABFEF54FAA4A}"/>
                  </a:ext>
                </a:extLst>
              </p:cNvPr>
              <p:cNvCxnSpPr>
                <a:cxnSpLocks/>
                <a:stCxn id="40" idx="5"/>
                <a:endCxn id="44" idx="1"/>
              </p:cNvCxnSpPr>
              <p:nvPr/>
            </p:nvCxnSpPr>
            <p:spPr>
              <a:xfrm>
                <a:off x="4374928" y="3030637"/>
                <a:ext cx="216404" cy="211660"/>
              </a:xfrm>
              <a:prstGeom prst="straightConnector1">
                <a:avLst/>
              </a:prstGeom>
              <a:ln w="38100" cap="flat" cmpd="sng">
                <a:solidFill>
                  <a:srgbClr val="E17F0E"/>
                </a:solidFill>
                <a:prstDash val="solid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10734308-DD53-8199-F575-FD1D49D55C45}"/>
                  </a:ext>
                </a:extLst>
              </p:cNvPr>
              <p:cNvCxnSpPr>
                <a:cxnSpLocks/>
                <a:stCxn id="42" idx="4"/>
                <a:endCxn id="46" idx="0"/>
              </p:cNvCxnSpPr>
              <p:nvPr/>
            </p:nvCxnSpPr>
            <p:spPr>
              <a:xfrm>
                <a:off x="6203833" y="3090893"/>
                <a:ext cx="0" cy="276788"/>
              </a:xfrm>
              <a:prstGeom prst="straightConnector1">
                <a:avLst/>
              </a:prstGeom>
              <a:ln w="38100" cap="flat" cmpd="sng">
                <a:solidFill>
                  <a:srgbClr val="E17F0E"/>
                </a:solidFill>
                <a:prstDash val="solid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E53C096F-0E4C-152E-EA48-D7F5AFCDA1A3}"/>
                  </a:ext>
                </a:extLst>
              </p:cNvPr>
              <p:cNvCxnSpPr>
                <a:cxnSpLocks/>
                <a:stCxn id="41" idx="5"/>
                <a:endCxn id="45" idx="1"/>
              </p:cNvCxnSpPr>
              <p:nvPr/>
            </p:nvCxnSpPr>
            <p:spPr>
              <a:xfrm>
                <a:off x="6707488" y="2613043"/>
                <a:ext cx="239172" cy="312504"/>
              </a:xfrm>
              <a:prstGeom prst="straightConnector1">
                <a:avLst/>
              </a:prstGeom>
              <a:ln w="38100" cap="flat" cmpd="sng">
                <a:solidFill>
                  <a:srgbClr val="E17F0E"/>
                </a:solidFill>
                <a:prstDash val="solid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962ED27-B058-538C-7DA3-5CB21B96E3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73599" y="1591719"/>
              <a:ext cx="1694327" cy="2089669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F56D3B1-613B-0B89-BD5B-26317C0867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8" r="9119" b="-178"/>
            <a:stretch>
              <a:fillRect/>
            </a:stretch>
          </p:blipFill>
          <p:spPr>
            <a:xfrm>
              <a:off x="3476219" y="3905996"/>
              <a:ext cx="1887331" cy="2102812"/>
            </a:xfrm>
            <a:prstGeom prst="roundRect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8CD2EFF-13B6-8EFE-50C4-A50E18ECA3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366" b="10900"/>
            <a:stretch>
              <a:fillRect/>
            </a:stretch>
          </p:blipFill>
          <p:spPr>
            <a:xfrm>
              <a:off x="1524563" y="3902248"/>
              <a:ext cx="1887331" cy="2106560"/>
            </a:xfrm>
            <a:prstGeom prst="roundRect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9F8A2D2-9112-1A81-E6D1-56DAB5D417BF}"/>
                </a:ext>
              </a:extLst>
            </p:cNvPr>
            <p:cNvPicPr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" r="12117"/>
            <a:stretch>
              <a:fillRect/>
            </a:stretch>
          </p:blipFill>
          <p:spPr>
            <a:xfrm>
              <a:off x="7379531" y="3902248"/>
              <a:ext cx="1887331" cy="2106560"/>
            </a:xfrm>
            <a:prstGeom prst="roundRect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AA1506F-8D2C-D108-07B4-A8F84B2330F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1" r="18357"/>
            <a:stretch>
              <a:fillRect/>
            </a:stretch>
          </p:blipFill>
          <p:spPr>
            <a:xfrm>
              <a:off x="5427875" y="3902248"/>
              <a:ext cx="1887331" cy="2106560"/>
            </a:xfrm>
            <a:prstGeom prst="roundRect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</p:pic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152CD33-DCBE-6ABD-7179-22898C9612B1}"/>
                </a:ext>
              </a:extLst>
            </p:cNvPr>
            <p:cNvSpPr/>
            <p:nvPr/>
          </p:nvSpPr>
          <p:spPr>
            <a:xfrm>
              <a:off x="3550142" y="3979459"/>
              <a:ext cx="306977" cy="306977"/>
            </a:xfrm>
            <a:prstGeom prst="ellipse">
              <a:avLst/>
            </a:prstGeom>
            <a:solidFill>
              <a:srgbClr val="E17F0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B</a:t>
              </a:r>
              <a:endPara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0F591B4A-2BA3-7C5D-E0A8-567AE357D140}"/>
                </a:ext>
              </a:extLst>
            </p:cNvPr>
            <p:cNvSpPr/>
            <p:nvPr/>
          </p:nvSpPr>
          <p:spPr>
            <a:xfrm>
              <a:off x="1603775" y="3979101"/>
              <a:ext cx="306977" cy="306977"/>
            </a:xfrm>
            <a:prstGeom prst="ellipse">
              <a:avLst/>
            </a:prstGeom>
            <a:solidFill>
              <a:srgbClr val="E17F0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</a:t>
              </a:r>
              <a:endPara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B471965-8F40-1226-6579-732A7716F4D7}"/>
                </a:ext>
              </a:extLst>
            </p:cNvPr>
            <p:cNvSpPr/>
            <p:nvPr/>
          </p:nvSpPr>
          <p:spPr>
            <a:xfrm>
              <a:off x="5500862" y="3979100"/>
              <a:ext cx="306977" cy="306977"/>
            </a:xfrm>
            <a:prstGeom prst="ellipse">
              <a:avLst/>
            </a:prstGeom>
            <a:solidFill>
              <a:srgbClr val="E17F0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</a:t>
              </a:r>
              <a:endPara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9AF8860-C09A-E24D-ADA4-D9FFA7963AEF}"/>
                </a:ext>
              </a:extLst>
            </p:cNvPr>
            <p:cNvSpPr/>
            <p:nvPr/>
          </p:nvSpPr>
          <p:spPr>
            <a:xfrm>
              <a:off x="7455937" y="3979099"/>
              <a:ext cx="306977" cy="306977"/>
            </a:xfrm>
            <a:prstGeom prst="ellipse">
              <a:avLst/>
            </a:prstGeom>
            <a:solidFill>
              <a:srgbClr val="E17F0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</a:t>
              </a:r>
              <a:endPara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DC9E375F-6CCA-C38B-6755-12088869FA37}"/>
                </a:ext>
              </a:extLst>
            </p:cNvPr>
            <p:cNvGrpSpPr/>
            <p:nvPr/>
          </p:nvGrpSpPr>
          <p:grpSpPr>
            <a:xfrm>
              <a:off x="1529481" y="2850895"/>
              <a:ext cx="1568058" cy="921057"/>
              <a:chOff x="1524562" y="1335314"/>
              <a:chExt cx="1568058" cy="921057"/>
            </a:xfrm>
          </p:grpSpPr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068A8B1D-20F4-3283-9C3C-893C1BD7C41F}"/>
                  </a:ext>
                </a:extLst>
              </p:cNvPr>
              <p:cNvSpPr/>
              <p:nvPr/>
            </p:nvSpPr>
            <p:spPr>
              <a:xfrm>
                <a:off x="1524563" y="1335314"/>
                <a:ext cx="1495454" cy="921057"/>
              </a:xfrm>
              <a:prstGeom prst="roundRect">
                <a:avLst/>
              </a:prstGeom>
              <a:solidFill>
                <a:schemeClr val="bg1"/>
              </a:solidFill>
              <a:ln w="158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17BD58E2-C576-2B53-EBAF-61A84FD9A7E4}"/>
                  </a:ext>
                </a:extLst>
              </p:cNvPr>
              <p:cNvSpPr/>
              <p:nvPr/>
            </p:nvSpPr>
            <p:spPr>
              <a:xfrm>
                <a:off x="1728499" y="1452608"/>
                <a:ext cx="306977" cy="306977"/>
              </a:xfrm>
              <a:prstGeom prst="ellipse">
                <a:avLst/>
              </a:prstGeom>
              <a:solidFill>
                <a:srgbClr val="E17F0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A</a:t>
                </a:r>
                <a:endPara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63DDDB49-2A15-0215-42AA-80F21768B3A3}"/>
                  </a:ext>
                </a:extLst>
              </p:cNvPr>
              <p:cNvSpPr/>
              <p:nvPr/>
            </p:nvSpPr>
            <p:spPr>
              <a:xfrm>
                <a:off x="2153138" y="1452608"/>
                <a:ext cx="306977" cy="306977"/>
              </a:xfrm>
              <a:prstGeom prst="ellipse">
                <a:avLst/>
              </a:prstGeom>
              <a:solidFill>
                <a:srgbClr val="E17F0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C</a:t>
                </a:r>
                <a:endPara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B7027AAA-678E-9D01-869B-220109AC8A13}"/>
                  </a:ext>
                </a:extLst>
              </p:cNvPr>
              <p:cNvSpPr txBox="1"/>
              <p:nvPr/>
            </p:nvSpPr>
            <p:spPr>
              <a:xfrm>
                <a:off x="1524562" y="1840964"/>
                <a:ext cx="15680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 dirty="0"/>
                  <a:t>Mode Collapse</a:t>
                </a:r>
                <a:endParaRPr lang="zh-CN" altLang="en-US" sz="1600" b="1" dirty="0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EF50FB5C-B6D3-0F89-D425-DA27F982DAD3}"/>
                </a:ext>
              </a:extLst>
            </p:cNvPr>
            <p:cNvGrpSpPr/>
            <p:nvPr/>
          </p:nvGrpSpPr>
          <p:grpSpPr>
            <a:xfrm>
              <a:off x="1529481" y="1129052"/>
              <a:ext cx="1495455" cy="1023461"/>
              <a:chOff x="1524562" y="2803071"/>
              <a:chExt cx="1495455" cy="1023461"/>
            </a:xfrm>
          </p:grpSpPr>
          <p:sp>
            <p:nvSpPr>
              <p:cNvPr id="98" name="Rectangle: Rounded Corners 97">
                <a:extLst>
                  <a:ext uri="{FF2B5EF4-FFF2-40B4-BE49-F238E27FC236}">
                    <a16:creationId xmlns:a16="http://schemas.microsoft.com/office/drawing/2014/main" id="{76FA46E3-0C1F-C30C-9E31-53AB048F53EC}"/>
                  </a:ext>
                </a:extLst>
              </p:cNvPr>
              <p:cNvSpPr/>
              <p:nvPr/>
            </p:nvSpPr>
            <p:spPr>
              <a:xfrm>
                <a:off x="1524563" y="2803071"/>
                <a:ext cx="1495454" cy="1023461"/>
              </a:xfrm>
              <a:prstGeom prst="roundRect">
                <a:avLst/>
              </a:prstGeom>
              <a:solidFill>
                <a:schemeClr val="bg1"/>
              </a:solidFill>
              <a:ln w="158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E07244F6-1619-5364-40C5-7C4A5F11B4C0}"/>
                  </a:ext>
                </a:extLst>
              </p:cNvPr>
              <p:cNvSpPr/>
              <p:nvPr/>
            </p:nvSpPr>
            <p:spPr>
              <a:xfrm>
                <a:off x="1658393" y="2902504"/>
                <a:ext cx="306977" cy="306977"/>
              </a:xfrm>
              <a:prstGeom prst="ellipse">
                <a:avLst/>
              </a:prstGeom>
              <a:solidFill>
                <a:srgbClr val="E17F0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B</a:t>
                </a:r>
                <a:endPara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835D589A-44D0-5AA5-D7FB-064CF675A95E}"/>
                  </a:ext>
                </a:extLst>
              </p:cNvPr>
              <p:cNvSpPr/>
              <p:nvPr/>
            </p:nvSpPr>
            <p:spPr>
              <a:xfrm>
                <a:off x="2118801" y="2896922"/>
                <a:ext cx="306977" cy="306977"/>
              </a:xfrm>
              <a:prstGeom prst="ellipse">
                <a:avLst/>
              </a:prstGeom>
              <a:solidFill>
                <a:srgbClr val="E17F0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D</a:t>
                </a:r>
                <a:endPara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1C39572C-2EDE-9859-608D-98693D9D0F11}"/>
                  </a:ext>
                </a:extLst>
              </p:cNvPr>
              <p:cNvSpPr txBox="1"/>
              <p:nvPr/>
            </p:nvSpPr>
            <p:spPr>
              <a:xfrm>
                <a:off x="1524562" y="3241757"/>
                <a:ext cx="131638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 dirty="0"/>
                  <a:t>Multimodal </a:t>
                </a:r>
              </a:p>
              <a:p>
                <a:r>
                  <a:rPr lang="en-US" altLang="zh-CN" sz="1600" b="1" dirty="0"/>
                  <a:t>Emergence</a:t>
                </a:r>
                <a:endParaRPr lang="zh-CN" altLang="en-US" sz="1600" b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28184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D1790-D366-9B6E-2231-DEFC8D60A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BC35486-3A10-AF1C-4202-72AEBAD18B61}"/>
              </a:ext>
            </a:extLst>
          </p:cNvPr>
          <p:cNvSpPr/>
          <p:nvPr/>
        </p:nvSpPr>
        <p:spPr>
          <a:xfrm>
            <a:off x="3585251" y="4245792"/>
            <a:ext cx="7862149" cy="2190387"/>
          </a:xfrm>
          <a:prstGeom prst="roundRect">
            <a:avLst/>
          </a:prstGeom>
          <a:solidFill>
            <a:srgbClr val="FF0000">
              <a:alpha val="43000"/>
            </a:srgbClr>
          </a:solidFill>
          <a:ln w="0" cap="sq">
            <a:solidFill>
              <a:srgbClr val="FF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5A02759-77C0-8EE6-275C-5E85B94A44A7}"/>
              </a:ext>
            </a:extLst>
          </p:cNvPr>
          <p:cNvGrpSpPr/>
          <p:nvPr/>
        </p:nvGrpSpPr>
        <p:grpSpPr>
          <a:xfrm>
            <a:off x="3649577" y="4288614"/>
            <a:ext cx="7742299" cy="2106560"/>
            <a:chOff x="3649577" y="4288614"/>
            <a:chExt cx="7742299" cy="210656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6D418C1-E83D-73E0-747A-2BA8A491CE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8" r="9119" b="-178"/>
            <a:stretch>
              <a:fillRect/>
            </a:stretch>
          </p:blipFill>
          <p:spPr>
            <a:xfrm>
              <a:off x="5601233" y="4292362"/>
              <a:ext cx="1887331" cy="2102812"/>
            </a:xfrm>
            <a:prstGeom prst="roundRect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25BE5C2-71DB-40EF-6E35-655EB27F7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366" b="10900"/>
            <a:stretch>
              <a:fillRect/>
            </a:stretch>
          </p:blipFill>
          <p:spPr>
            <a:xfrm>
              <a:off x="3649577" y="4288614"/>
              <a:ext cx="1887331" cy="2106560"/>
            </a:xfrm>
            <a:prstGeom prst="roundRect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2A1DD65-8403-AD9D-6D65-B784905A35C9}"/>
                </a:ext>
              </a:extLst>
            </p:cNvPr>
            <p:cNvPicPr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" r="12117"/>
            <a:stretch>
              <a:fillRect/>
            </a:stretch>
          </p:blipFill>
          <p:spPr>
            <a:xfrm>
              <a:off x="9504545" y="4288614"/>
              <a:ext cx="1887331" cy="2106560"/>
            </a:xfrm>
            <a:prstGeom prst="roundRect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34BF5F8-06EA-6B6A-34E0-AE78CA103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1" r="18357"/>
            <a:stretch>
              <a:fillRect/>
            </a:stretch>
          </p:blipFill>
          <p:spPr>
            <a:xfrm>
              <a:off x="7552889" y="4288614"/>
              <a:ext cx="1887331" cy="2106560"/>
            </a:xfrm>
            <a:prstGeom prst="roundRect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</p:pic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76DC7D4-67E3-22BC-F4BF-0290117AC358}"/>
                </a:ext>
              </a:extLst>
            </p:cNvPr>
            <p:cNvSpPr/>
            <p:nvPr/>
          </p:nvSpPr>
          <p:spPr>
            <a:xfrm>
              <a:off x="5675156" y="4365825"/>
              <a:ext cx="306977" cy="306977"/>
            </a:xfrm>
            <a:prstGeom prst="ellipse">
              <a:avLst/>
            </a:prstGeom>
            <a:solidFill>
              <a:srgbClr val="E17F0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B</a:t>
              </a:r>
              <a:endPara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69A5DB2-E3C7-FA8F-A06F-4955A5998160}"/>
                </a:ext>
              </a:extLst>
            </p:cNvPr>
            <p:cNvSpPr/>
            <p:nvPr/>
          </p:nvSpPr>
          <p:spPr>
            <a:xfrm>
              <a:off x="3728789" y="4365467"/>
              <a:ext cx="306977" cy="306977"/>
            </a:xfrm>
            <a:prstGeom prst="ellipse">
              <a:avLst/>
            </a:prstGeom>
            <a:solidFill>
              <a:srgbClr val="E17F0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</a:t>
              </a:r>
              <a:endPara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FE67764-401A-7C3C-2EA1-F946937BE0FC}"/>
                </a:ext>
              </a:extLst>
            </p:cNvPr>
            <p:cNvSpPr/>
            <p:nvPr/>
          </p:nvSpPr>
          <p:spPr>
            <a:xfrm>
              <a:off x="7625876" y="4365466"/>
              <a:ext cx="306977" cy="306977"/>
            </a:xfrm>
            <a:prstGeom prst="ellipse">
              <a:avLst/>
            </a:prstGeom>
            <a:solidFill>
              <a:srgbClr val="E17F0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</a:t>
              </a:r>
              <a:endPara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27389C6-DD4F-9F56-0F96-5BA889AC04D1}"/>
                </a:ext>
              </a:extLst>
            </p:cNvPr>
            <p:cNvSpPr/>
            <p:nvPr/>
          </p:nvSpPr>
          <p:spPr>
            <a:xfrm>
              <a:off x="9580951" y="4365465"/>
              <a:ext cx="306977" cy="306977"/>
            </a:xfrm>
            <a:prstGeom prst="ellipse">
              <a:avLst/>
            </a:prstGeom>
            <a:solidFill>
              <a:srgbClr val="E17F0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</a:t>
              </a:r>
              <a:endPara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9A82C2F-2A9D-1C29-BF79-7F6A5A2A77F3}"/>
              </a:ext>
            </a:extLst>
          </p:cNvPr>
          <p:cNvGrpSpPr/>
          <p:nvPr/>
        </p:nvGrpSpPr>
        <p:grpSpPr>
          <a:xfrm>
            <a:off x="2017194" y="4288614"/>
            <a:ext cx="1568058" cy="921057"/>
            <a:chOff x="1524562" y="1335314"/>
            <a:chExt cx="1568058" cy="921057"/>
          </a:xfrm>
        </p:grpSpPr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A807630B-02F8-DF71-737F-9F5C73D535F6}"/>
                </a:ext>
              </a:extLst>
            </p:cNvPr>
            <p:cNvSpPr/>
            <p:nvPr/>
          </p:nvSpPr>
          <p:spPr>
            <a:xfrm>
              <a:off x="1524563" y="1335314"/>
              <a:ext cx="1495454" cy="921057"/>
            </a:xfrm>
            <a:prstGeom prst="roundRect">
              <a:avLst/>
            </a:prstGeom>
            <a:solidFill>
              <a:schemeClr val="bg1"/>
            </a:solidFill>
            <a:ln w="158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9ECADE69-ACB0-2269-C7F9-209266C5BDE5}"/>
                </a:ext>
              </a:extLst>
            </p:cNvPr>
            <p:cNvSpPr/>
            <p:nvPr/>
          </p:nvSpPr>
          <p:spPr>
            <a:xfrm>
              <a:off x="1728499" y="1452608"/>
              <a:ext cx="306977" cy="306977"/>
            </a:xfrm>
            <a:prstGeom prst="ellipse">
              <a:avLst/>
            </a:prstGeom>
            <a:solidFill>
              <a:srgbClr val="E17F0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</a:t>
              </a:r>
              <a:endPara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1316CF5E-F8FF-5292-3923-936AB8219E81}"/>
                </a:ext>
              </a:extLst>
            </p:cNvPr>
            <p:cNvSpPr/>
            <p:nvPr/>
          </p:nvSpPr>
          <p:spPr>
            <a:xfrm>
              <a:off x="2153138" y="1452608"/>
              <a:ext cx="306977" cy="306977"/>
            </a:xfrm>
            <a:prstGeom prst="ellipse">
              <a:avLst/>
            </a:prstGeom>
            <a:solidFill>
              <a:srgbClr val="E17F0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</a:t>
              </a:r>
              <a:endPara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6B7FCD5-81C8-B177-438E-AC7F6F7CD546}"/>
                </a:ext>
              </a:extLst>
            </p:cNvPr>
            <p:cNvSpPr txBox="1"/>
            <p:nvPr/>
          </p:nvSpPr>
          <p:spPr>
            <a:xfrm>
              <a:off x="1524562" y="1840964"/>
              <a:ext cx="15680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/>
                <a:t>Mode Collapse</a:t>
              </a:r>
              <a:endParaRPr lang="zh-CN" altLang="en-US" sz="1600" b="1" dirty="0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FC874DF-D45A-EBB8-A794-06768BC0018F}"/>
              </a:ext>
            </a:extLst>
          </p:cNvPr>
          <p:cNvGrpSpPr/>
          <p:nvPr/>
        </p:nvGrpSpPr>
        <p:grpSpPr>
          <a:xfrm>
            <a:off x="2017194" y="5371713"/>
            <a:ext cx="1495455" cy="1023461"/>
            <a:chOff x="1524562" y="2803071"/>
            <a:chExt cx="1495455" cy="1023461"/>
          </a:xfrm>
        </p:grpSpPr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218204BA-ABF4-0149-F0F1-0EC2A1A0B688}"/>
                </a:ext>
              </a:extLst>
            </p:cNvPr>
            <p:cNvSpPr/>
            <p:nvPr/>
          </p:nvSpPr>
          <p:spPr>
            <a:xfrm>
              <a:off x="1524563" y="2803071"/>
              <a:ext cx="1495454" cy="1023461"/>
            </a:xfrm>
            <a:prstGeom prst="roundRect">
              <a:avLst/>
            </a:prstGeom>
            <a:solidFill>
              <a:schemeClr val="bg1"/>
            </a:solidFill>
            <a:ln w="158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DABFD32F-7AD0-BCF2-101E-910A3ABC7B2C}"/>
                </a:ext>
              </a:extLst>
            </p:cNvPr>
            <p:cNvSpPr/>
            <p:nvPr/>
          </p:nvSpPr>
          <p:spPr>
            <a:xfrm>
              <a:off x="1658393" y="2902504"/>
              <a:ext cx="306977" cy="306977"/>
            </a:xfrm>
            <a:prstGeom prst="ellipse">
              <a:avLst/>
            </a:prstGeom>
            <a:solidFill>
              <a:srgbClr val="E17F0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B</a:t>
              </a:r>
              <a:endPara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0C5B8281-9177-F978-BFEE-4FBC60377B3B}"/>
                </a:ext>
              </a:extLst>
            </p:cNvPr>
            <p:cNvSpPr/>
            <p:nvPr/>
          </p:nvSpPr>
          <p:spPr>
            <a:xfrm>
              <a:off x="2118801" y="2896922"/>
              <a:ext cx="306977" cy="306977"/>
            </a:xfrm>
            <a:prstGeom prst="ellipse">
              <a:avLst/>
            </a:prstGeom>
            <a:solidFill>
              <a:srgbClr val="E17F0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</a:t>
              </a:r>
              <a:endPara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0CB7364C-43C9-8682-512B-0482C9FFC1DE}"/>
                </a:ext>
              </a:extLst>
            </p:cNvPr>
            <p:cNvSpPr txBox="1"/>
            <p:nvPr/>
          </p:nvSpPr>
          <p:spPr>
            <a:xfrm>
              <a:off x="1524562" y="3241757"/>
              <a:ext cx="131638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/>
                <a:t>Multimodal </a:t>
              </a:r>
            </a:p>
            <a:p>
              <a:r>
                <a:rPr lang="en-US" altLang="zh-CN" sz="1600" b="1" dirty="0"/>
                <a:t>Emergence</a:t>
              </a:r>
              <a:endParaRPr lang="zh-CN" altLang="en-US" sz="1600" b="1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8EFE256-D729-48CD-D2FB-10F8AA4C9FB8}"/>
              </a:ext>
            </a:extLst>
          </p:cNvPr>
          <p:cNvGrpSpPr/>
          <p:nvPr/>
        </p:nvGrpSpPr>
        <p:grpSpPr>
          <a:xfrm>
            <a:off x="2423060" y="1197538"/>
            <a:ext cx="8243675" cy="2929012"/>
            <a:chOff x="3149265" y="1213200"/>
            <a:chExt cx="8243675" cy="292901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C3AAD05-D77D-5618-B817-9EE03757BE87}"/>
                </a:ext>
              </a:extLst>
            </p:cNvPr>
            <p:cNvGrpSpPr/>
            <p:nvPr/>
          </p:nvGrpSpPr>
          <p:grpSpPr>
            <a:xfrm>
              <a:off x="4978800" y="1213200"/>
              <a:ext cx="4588316" cy="2929012"/>
              <a:chOff x="4978800" y="1213200"/>
              <a:chExt cx="4588316" cy="2929012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CFE16EAF-AAA0-5DE3-AB8C-77C8DA1C81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78800" y="1213200"/>
                <a:ext cx="4588316" cy="2929012"/>
              </a:xfrm>
              <a:prstGeom prst="rect">
                <a:avLst/>
              </a:prstGeom>
            </p:spPr>
          </p:pic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4860AE71-208C-4653-D725-28B5EC2164D9}"/>
                  </a:ext>
                </a:extLst>
              </p:cNvPr>
              <p:cNvSpPr/>
              <p:nvPr/>
            </p:nvSpPr>
            <p:spPr>
              <a:xfrm rot="1057097">
                <a:off x="8472000" y="1934410"/>
                <a:ext cx="883771" cy="705286"/>
              </a:xfrm>
              <a:prstGeom prst="arc">
                <a:avLst>
                  <a:gd name="adj1" fmla="val 15383863"/>
                  <a:gd name="adj2" fmla="val 20654911"/>
                </a:avLst>
              </a:prstGeom>
              <a:ln w="19050">
                <a:solidFill>
                  <a:schemeClr val="bg2">
                    <a:lumMod val="25000"/>
                  </a:schemeClr>
                </a:solidFill>
                <a:headEnd type="none" w="sm" len="sm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5B0F48F8-3C06-1BE8-556B-2BC9C655B010}"/>
                  </a:ext>
                </a:extLst>
              </p:cNvPr>
              <p:cNvSpPr/>
              <p:nvPr/>
            </p:nvSpPr>
            <p:spPr>
              <a:xfrm>
                <a:off x="6109935" y="2694172"/>
                <a:ext cx="306977" cy="306977"/>
              </a:xfrm>
              <a:prstGeom prst="ellipse">
                <a:avLst/>
              </a:prstGeom>
              <a:solidFill>
                <a:srgbClr val="E17F0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A</a:t>
                </a:r>
                <a:endPara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6401BCFC-EAF6-BB89-CCB8-B26C5D9A2C04}"/>
                  </a:ext>
                </a:extLst>
              </p:cNvPr>
              <p:cNvSpPr/>
              <p:nvPr/>
            </p:nvSpPr>
            <p:spPr>
              <a:xfrm>
                <a:off x="6356384" y="3220298"/>
                <a:ext cx="306977" cy="306977"/>
              </a:xfrm>
              <a:prstGeom prst="ellipse">
                <a:avLst/>
              </a:prstGeom>
              <a:solidFill>
                <a:srgbClr val="E17F0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B</a:t>
                </a:r>
                <a:endPara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0BCB2ED-241A-6FAF-3ADA-16E580CF397F}"/>
                  </a:ext>
                </a:extLst>
              </p:cNvPr>
              <p:cNvSpPr/>
              <p:nvPr/>
            </p:nvSpPr>
            <p:spPr>
              <a:xfrm>
                <a:off x="8688944" y="2802704"/>
                <a:ext cx="306977" cy="306977"/>
              </a:xfrm>
              <a:prstGeom prst="ellipse">
                <a:avLst/>
              </a:prstGeom>
              <a:solidFill>
                <a:srgbClr val="E17F0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C</a:t>
                </a:r>
                <a:endPara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DB4C8000-F17D-C94D-B8F3-C0D691722F25}"/>
                  </a:ext>
                </a:extLst>
              </p:cNvPr>
              <p:cNvSpPr/>
              <p:nvPr/>
            </p:nvSpPr>
            <p:spPr>
              <a:xfrm>
                <a:off x="8293821" y="3235598"/>
                <a:ext cx="306977" cy="306977"/>
              </a:xfrm>
              <a:prstGeom prst="ellipse">
                <a:avLst/>
              </a:prstGeom>
              <a:solidFill>
                <a:srgbClr val="E17F0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D</a:t>
                </a:r>
                <a:endPara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2AF5E2A4-B302-D542-0131-C6C3D2C8F5EA}"/>
                  </a:ext>
                </a:extLst>
              </p:cNvPr>
              <p:cNvSpPr/>
              <p:nvPr/>
            </p:nvSpPr>
            <p:spPr>
              <a:xfrm>
                <a:off x="5824469" y="3475018"/>
                <a:ext cx="122638" cy="122638"/>
              </a:xfrm>
              <a:prstGeom prst="ellipse">
                <a:avLst/>
              </a:prstGeom>
              <a:solidFill>
                <a:srgbClr val="E17F0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26DF78D9-421C-088B-0F3B-43DE47A3764E}"/>
                  </a:ext>
                </a:extLst>
              </p:cNvPr>
              <p:cNvSpPr/>
              <p:nvPr/>
            </p:nvSpPr>
            <p:spPr>
              <a:xfrm>
                <a:off x="6816849" y="3676019"/>
                <a:ext cx="122638" cy="122638"/>
              </a:xfrm>
              <a:prstGeom prst="ellipse">
                <a:avLst/>
              </a:prstGeom>
              <a:solidFill>
                <a:srgbClr val="E17F0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E651AABF-AFAB-7C97-2F33-423D63AD4B9F}"/>
                  </a:ext>
                </a:extLst>
              </p:cNvPr>
              <p:cNvSpPr/>
              <p:nvPr/>
            </p:nvSpPr>
            <p:spPr>
              <a:xfrm>
                <a:off x="9172177" y="3359269"/>
                <a:ext cx="122638" cy="122638"/>
              </a:xfrm>
              <a:prstGeom prst="ellipse">
                <a:avLst/>
              </a:prstGeom>
              <a:solidFill>
                <a:srgbClr val="E17F0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D42BE2A0-CF77-F37B-B589-6F8B450B0C45}"/>
                  </a:ext>
                </a:extLst>
              </p:cNvPr>
              <p:cNvSpPr/>
              <p:nvPr/>
            </p:nvSpPr>
            <p:spPr>
              <a:xfrm>
                <a:off x="8385991" y="3819363"/>
                <a:ext cx="122638" cy="122638"/>
              </a:xfrm>
              <a:prstGeom prst="ellipse">
                <a:avLst/>
              </a:prstGeom>
              <a:solidFill>
                <a:srgbClr val="E17F0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4AE2D2BF-0AC5-5725-780F-22D97909430B}"/>
                  </a:ext>
                </a:extLst>
              </p:cNvPr>
              <p:cNvCxnSpPr>
                <a:cxnSpLocks/>
                <a:stCxn id="39" idx="3"/>
                <a:endCxn id="43" idx="7"/>
              </p:cNvCxnSpPr>
              <p:nvPr/>
            </p:nvCxnSpPr>
            <p:spPr>
              <a:xfrm flipH="1">
                <a:off x="5929147" y="2956193"/>
                <a:ext cx="225744" cy="536785"/>
              </a:xfrm>
              <a:prstGeom prst="straightConnector1">
                <a:avLst/>
              </a:prstGeom>
              <a:ln w="38100" cap="flat" cmpd="sng">
                <a:solidFill>
                  <a:srgbClr val="E17F0E"/>
                </a:solidFill>
                <a:prstDash val="solid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171B400F-6B3B-2B12-87CE-FE1346089C77}"/>
                  </a:ext>
                </a:extLst>
              </p:cNvPr>
              <p:cNvCxnSpPr>
                <a:cxnSpLocks/>
                <a:stCxn id="40" idx="5"/>
                <a:endCxn id="44" idx="1"/>
              </p:cNvCxnSpPr>
              <p:nvPr/>
            </p:nvCxnSpPr>
            <p:spPr>
              <a:xfrm>
                <a:off x="6618405" y="3482319"/>
                <a:ext cx="216404" cy="211660"/>
              </a:xfrm>
              <a:prstGeom prst="straightConnector1">
                <a:avLst/>
              </a:prstGeom>
              <a:ln w="38100" cap="flat" cmpd="sng">
                <a:solidFill>
                  <a:srgbClr val="E17F0E"/>
                </a:solidFill>
                <a:prstDash val="solid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2703CCBB-F7F6-2FA4-D1C8-F76A4F71789F}"/>
                  </a:ext>
                </a:extLst>
              </p:cNvPr>
              <p:cNvCxnSpPr>
                <a:cxnSpLocks/>
                <a:stCxn id="42" idx="4"/>
                <a:endCxn id="46" idx="0"/>
              </p:cNvCxnSpPr>
              <p:nvPr/>
            </p:nvCxnSpPr>
            <p:spPr>
              <a:xfrm>
                <a:off x="8447310" y="3542575"/>
                <a:ext cx="0" cy="276788"/>
              </a:xfrm>
              <a:prstGeom prst="straightConnector1">
                <a:avLst/>
              </a:prstGeom>
              <a:ln w="38100" cap="flat" cmpd="sng">
                <a:solidFill>
                  <a:srgbClr val="E17F0E"/>
                </a:solidFill>
                <a:prstDash val="solid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DD11B0D2-2EC8-1B43-23B3-C0B8244BCB06}"/>
                  </a:ext>
                </a:extLst>
              </p:cNvPr>
              <p:cNvCxnSpPr>
                <a:cxnSpLocks/>
                <a:stCxn id="41" idx="5"/>
                <a:endCxn id="45" idx="1"/>
              </p:cNvCxnSpPr>
              <p:nvPr/>
            </p:nvCxnSpPr>
            <p:spPr>
              <a:xfrm>
                <a:off x="8950965" y="3064725"/>
                <a:ext cx="239172" cy="312504"/>
              </a:xfrm>
              <a:prstGeom prst="straightConnector1">
                <a:avLst/>
              </a:prstGeom>
              <a:ln w="38100" cap="flat" cmpd="sng">
                <a:solidFill>
                  <a:srgbClr val="E17F0E"/>
                </a:solidFill>
                <a:prstDash val="solid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F2CBACA-9C48-8042-98AC-80FDD40C3DE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98613" y="1978085"/>
              <a:ext cx="1694327" cy="208966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F6D9556-1A70-941D-07E7-06BEE336C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9265" y="1976154"/>
              <a:ext cx="1687861" cy="2091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32943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3A6DD-EDC1-4BD3-DE2C-D50782C24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rc 18">
            <a:extLst>
              <a:ext uri="{FF2B5EF4-FFF2-40B4-BE49-F238E27FC236}">
                <a16:creationId xmlns:a16="http://schemas.microsoft.com/office/drawing/2014/main" id="{E7093651-D3B6-B3D8-453B-50711C5EFB41}"/>
              </a:ext>
            </a:extLst>
          </p:cNvPr>
          <p:cNvSpPr/>
          <p:nvPr/>
        </p:nvSpPr>
        <p:spPr>
          <a:xfrm rot="1057097">
            <a:off x="7535834" y="1353610"/>
            <a:ext cx="883771" cy="705286"/>
          </a:xfrm>
          <a:prstGeom prst="arc">
            <a:avLst>
              <a:gd name="adj1" fmla="val 15383863"/>
              <a:gd name="adj2" fmla="val 20654911"/>
            </a:avLst>
          </a:prstGeom>
          <a:ln w="19050">
            <a:solidFill>
              <a:schemeClr val="bg2">
                <a:lumMod val="25000"/>
              </a:schemeClr>
            </a:solidFill>
            <a:headEnd type="none" w="sm" len="sm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2C4845A-2994-A5E3-712F-0B58F02D8BC0}"/>
              </a:ext>
            </a:extLst>
          </p:cNvPr>
          <p:cNvSpPr/>
          <p:nvPr/>
        </p:nvSpPr>
        <p:spPr>
          <a:xfrm>
            <a:off x="5173769" y="2113372"/>
            <a:ext cx="306977" cy="306977"/>
          </a:xfrm>
          <a:prstGeom prst="ellipse">
            <a:avLst/>
          </a:prstGeom>
          <a:solidFill>
            <a:srgbClr val="E17F0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</a:t>
            </a:r>
            <a:endParaRPr lang="zh-CN" alt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6560D63-0AAA-48FF-7C3C-6AF50BB249CB}"/>
              </a:ext>
            </a:extLst>
          </p:cNvPr>
          <p:cNvSpPr/>
          <p:nvPr/>
        </p:nvSpPr>
        <p:spPr>
          <a:xfrm>
            <a:off x="5420218" y="2639498"/>
            <a:ext cx="306977" cy="306977"/>
          </a:xfrm>
          <a:prstGeom prst="ellipse">
            <a:avLst/>
          </a:prstGeom>
          <a:solidFill>
            <a:srgbClr val="E17F0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</a:t>
            </a:r>
            <a:endParaRPr lang="zh-CN" alt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6E753C6-60C9-27EB-D7ED-ED4F398D3846}"/>
              </a:ext>
            </a:extLst>
          </p:cNvPr>
          <p:cNvSpPr/>
          <p:nvPr/>
        </p:nvSpPr>
        <p:spPr>
          <a:xfrm>
            <a:off x="7752778" y="2221904"/>
            <a:ext cx="306977" cy="306977"/>
          </a:xfrm>
          <a:prstGeom prst="ellipse">
            <a:avLst/>
          </a:prstGeom>
          <a:solidFill>
            <a:srgbClr val="E17F0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</a:t>
            </a:r>
            <a:endParaRPr lang="zh-CN" alt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39A6728-977F-F0C7-9248-89780E08D183}"/>
              </a:ext>
            </a:extLst>
          </p:cNvPr>
          <p:cNvSpPr/>
          <p:nvPr/>
        </p:nvSpPr>
        <p:spPr>
          <a:xfrm>
            <a:off x="7357655" y="2654798"/>
            <a:ext cx="306977" cy="306977"/>
          </a:xfrm>
          <a:prstGeom prst="ellipse">
            <a:avLst/>
          </a:prstGeom>
          <a:solidFill>
            <a:srgbClr val="E17F0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</a:t>
            </a:r>
            <a:endParaRPr lang="zh-CN" alt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928F33C-B592-E7DD-A70D-6381E6DCE32A}"/>
              </a:ext>
            </a:extLst>
          </p:cNvPr>
          <p:cNvSpPr/>
          <p:nvPr/>
        </p:nvSpPr>
        <p:spPr>
          <a:xfrm>
            <a:off x="4888303" y="2894218"/>
            <a:ext cx="122638" cy="122638"/>
          </a:xfrm>
          <a:prstGeom prst="ellipse">
            <a:avLst/>
          </a:prstGeom>
          <a:solidFill>
            <a:srgbClr val="E17F0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B1E0BFF-898F-41F2-5D64-D10AA26AA232}"/>
              </a:ext>
            </a:extLst>
          </p:cNvPr>
          <p:cNvSpPr/>
          <p:nvPr/>
        </p:nvSpPr>
        <p:spPr>
          <a:xfrm>
            <a:off x="5880683" y="3095219"/>
            <a:ext cx="122638" cy="122638"/>
          </a:xfrm>
          <a:prstGeom prst="ellipse">
            <a:avLst/>
          </a:prstGeom>
          <a:solidFill>
            <a:srgbClr val="E17F0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636694E-159C-7C8D-1A2A-5648D5DD6BF6}"/>
              </a:ext>
            </a:extLst>
          </p:cNvPr>
          <p:cNvSpPr/>
          <p:nvPr/>
        </p:nvSpPr>
        <p:spPr>
          <a:xfrm>
            <a:off x="8236011" y="2778469"/>
            <a:ext cx="122638" cy="122638"/>
          </a:xfrm>
          <a:prstGeom prst="ellipse">
            <a:avLst/>
          </a:prstGeom>
          <a:solidFill>
            <a:srgbClr val="E17F0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6E4D7E4-2D72-C3EC-205F-71C5B28484B8}"/>
              </a:ext>
            </a:extLst>
          </p:cNvPr>
          <p:cNvSpPr/>
          <p:nvPr/>
        </p:nvSpPr>
        <p:spPr>
          <a:xfrm>
            <a:off x="7449825" y="3238563"/>
            <a:ext cx="122638" cy="122638"/>
          </a:xfrm>
          <a:prstGeom prst="ellipse">
            <a:avLst/>
          </a:prstGeom>
          <a:solidFill>
            <a:srgbClr val="E17F0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37313CE-719C-5776-9260-A813B9FCD06A}"/>
              </a:ext>
            </a:extLst>
          </p:cNvPr>
          <p:cNvCxnSpPr>
            <a:cxnSpLocks/>
            <a:stCxn id="39" idx="3"/>
            <a:endCxn id="43" idx="7"/>
          </p:cNvCxnSpPr>
          <p:nvPr/>
        </p:nvCxnSpPr>
        <p:spPr>
          <a:xfrm flipH="1">
            <a:off x="4992981" y="2375393"/>
            <a:ext cx="225744" cy="536785"/>
          </a:xfrm>
          <a:prstGeom prst="straightConnector1">
            <a:avLst/>
          </a:prstGeom>
          <a:ln w="38100" cap="flat" cmpd="sng">
            <a:solidFill>
              <a:srgbClr val="E17F0E"/>
            </a:solidFill>
            <a:prstDash val="soli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F3E105D-79CF-065A-192D-1B4F88C15F1B}"/>
              </a:ext>
            </a:extLst>
          </p:cNvPr>
          <p:cNvCxnSpPr>
            <a:cxnSpLocks/>
            <a:stCxn id="40" idx="5"/>
            <a:endCxn id="44" idx="1"/>
          </p:cNvCxnSpPr>
          <p:nvPr/>
        </p:nvCxnSpPr>
        <p:spPr>
          <a:xfrm>
            <a:off x="5682239" y="2901519"/>
            <a:ext cx="216404" cy="211660"/>
          </a:xfrm>
          <a:prstGeom prst="straightConnector1">
            <a:avLst/>
          </a:prstGeom>
          <a:ln w="38100" cap="flat" cmpd="sng">
            <a:solidFill>
              <a:srgbClr val="E17F0E"/>
            </a:solidFill>
            <a:prstDash val="soli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FC9EEE9B-63DF-28CA-B3A8-FA9FA25FBCDE}"/>
              </a:ext>
            </a:extLst>
          </p:cNvPr>
          <p:cNvCxnSpPr>
            <a:cxnSpLocks/>
            <a:stCxn id="42" idx="4"/>
            <a:endCxn id="46" idx="0"/>
          </p:cNvCxnSpPr>
          <p:nvPr/>
        </p:nvCxnSpPr>
        <p:spPr>
          <a:xfrm>
            <a:off x="7511144" y="2961775"/>
            <a:ext cx="0" cy="276788"/>
          </a:xfrm>
          <a:prstGeom prst="straightConnector1">
            <a:avLst/>
          </a:prstGeom>
          <a:ln w="38100" cap="flat" cmpd="sng">
            <a:solidFill>
              <a:srgbClr val="E17F0E"/>
            </a:solidFill>
            <a:prstDash val="soli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99FA5BF-BFA5-E355-408D-CCB7B101413C}"/>
              </a:ext>
            </a:extLst>
          </p:cNvPr>
          <p:cNvCxnSpPr>
            <a:cxnSpLocks/>
            <a:stCxn id="41" idx="5"/>
            <a:endCxn id="45" idx="1"/>
          </p:cNvCxnSpPr>
          <p:nvPr/>
        </p:nvCxnSpPr>
        <p:spPr>
          <a:xfrm>
            <a:off x="8014799" y="2483925"/>
            <a:ext cx="239172" cy="312504"/>
          </a:xfrm>
          <a:prstGeom prst="straightConnector1">
            <a:avLst/>
          </a:prstGeom>
          <a:ln w="38100" cap="flat" cmpd="sng">
            <a:solidFill>
              <a:srgbClr val="E17F0E"/>
            </a:solidFill>
            <a:prstDash val="soli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A69D67AA-C0E8-E538-D1EC-8A781B1F8E67}"/>
              </a:ext>
            </a:extLst>
          </p:cNvPr>
          <p:cNvGrpSpPr/>
          <p:nvPr/>
        </p:nvGrpSpPr>
        <p:grpSpPr>
          <a:xfrm>
            <a:off x="1658041" y="757449"/>
            <a:ext cx="9374682" cy="5207503"/>
            <a:chOff x="1408659" y="738956"/>
            <a:chExt cx="9374682" cy="520750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99C5BAF-4F93-A22A-A097-8169E62BCA5B}"/>
                </a:ext>
              </a:extLst>
            </p:cNvPr>
            <p:cNvGrpSpPr/>
            <p:nvPr/>
          </p:nvGrpSpPr>
          <p:grpSpPr>
            <a:xfrm>
              <a:off x="1408659" y="3839899"/>
              <a:ext cx="9374682" cy="2106560"/>
              <a:chOff x="1746042" y="3731861"/>
              <a:chExt cx="9374682" cy="210656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2B22DBD0-7504-A39D-95DF-5DCBBD0D5460}"/>
                  </a:ext>
                </a:extLst>
              </p:cNvPr>
              <p:cNvGrpSpPr/>
              <p:nvPr/>
            </p:nvGrpSpPr>
            <p:grpSpPr>
              <a:xfrm>
                <a:off x="3378425" y="3731861"/>
                <a:ext cx="7742299" cy="2106560"/>
                <a:chOff x="3649577" y="4288614"/>
                <a:chExt cx="7742299" cy="2106560"/>
              </a:xfrm>
            </p:grpSpPr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C4489D80-3626-6A07-C808-B26108396E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78" r="9119" b="-178"/>
                <a:stretch>
                  <a:fillRect/>
                </a:stretch>
              </p:blipFill>
              <p:spPr>
                <a:xfrm>
                  <a:off x="5601233" y="4292362"/>
                  <a:ext cx="1887331" cy="2102812"/>
                </a:xfrm>
                <a:prstGeom prst="roundRect">
                  <a:avLst/>
                </a:prstGeom>
                <a:ln w="19050">
                  <a:solidFill>
                    <a:schemeClr val="bg2">
                      <a:lumMod val="50000"/>
                    </a:schemeClr>
                  </a:solidFill>
                </a:ln>
              </p:spPr>
            </p:pic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B50FB84D-4892-98FF-0089-DEF02311C5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13366" b="10900"/>
                <a:stretch>
                  <a:fillRect/>
                </a:stretch>
              </p:blipFill>
              <p:spPr>
                <a:xfrm>
                  <a:off x="3649577" y="4288614"/>
                  <a:ext cx="1887331" cy="2106560"/>
                </a:xfrm>
                <a:prstGeom prst="roundRect">
                  <a:avLst/>
                </a:prstGeom>
                <a:ln w="19050">
                  <a:solidFill>
                    <a:schemeClr val="bg2">
                      <a:lumMod val="50000"/>
                    </a:schemeClr>
                  </a:solidFill>
                </a:ln>
              </p:spPr>
            </p:pic>
            <p:pic>
              <p:nvPicPr>
                <p:cNvPr id="15" name="Picture 14">
                  <a:extLst>
                    <a:ext uri="{FF2B5EF4-FFF2-40B4-BE49-F238E27FC236}">
                      <a16:creationId xmlns:a16="http://schemas.microsoft.com/office/drawing/2014/main" id="{80E5D9A5-64A5-5995-0923-D26341F28464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03" r="12117"/>
                <a:stretch>
                  <a:fillRect/>
                </a:stretch>
              </p:blipFill>
              <p:spPr>
                <a:xfrm>
                  <a:off x="9504545" y="4288614"/>
                  <a:ext cx="1887331" cy="2106560"/>
                </a:xfrm>
                <a:prstGeom prst="roundRect">
                  <a:avLst/>
                </a:prstGeom>
                <a:ln w="19050">
                  <a:solidFill>
                    <a:schemeClr val="bg2">
                      <a:lumMod val="50000"/>
                    </a:schemeClr>
                  </a:solidFill>
                </a:ln>
              </p:spPr>
            </p:pic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D016D4B0-07DE-8B47-CA5F-6A8E724CFB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691" r="18357"/>
                <a:stretch>
                  <a:fillRect/>
                </a:stretch>
              </p:blipFill>
              <p:spPr>
                <a:xfrm>
                  <a:off x="7552889" y="4288614"/>
                  <a:ext cx="1887331" cy="2106560"/>
                </a:xfrm>
                <a:prstGeom prst="roundRect">
                  <a:avLst/>
                </a:prstGeom>
                <a:ln w="19050">
                  <a:solidFill>
                    <a:schemeClr val="bg2">
                      <a:lumMod val="50000"/>
                    </a:schemeClr>
                  </a:solidFill>
                </a:ln>
              </p:spPr>
            </p:pic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B99BA683-8995-D206-08F7-0419028E178C}"/>
                    </a:ext>
                  </a:extLst>
                </p:cNvPr>
                <p:cNvSpPr/>
                <p:nvPr/>
              </p:nvSpPr>
              <p:spPr>
                <a:xfrm>
                  <a:off x="5675156" y="4365825"/>
                  <a:ext cx="306977" cy="306977"/>
                </a:xfrm>
                <a:prstGeom prst="ellipse">
                  <a:avLst/>
                </a:prstGeom>
                <a:solidFill>
                  <a:srgbClr val="E17F0E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0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B</a:t>
                  </a:r>
                  <a:endParaRPr lang="zh-CN" altLang="en-US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1FC68D5C-78DB-F176-4B5C-BDD5C4CE7E52}"/>
                    </a:ext>
                  </a:extLst>
                </p:cNvPr>
                <p:cNvSpPr/>
                <p:nvPr/>
              </p:nvSpPr>
              <p:spPr>
                <a:xfrm>
                  <a:off x="3728789" y="4365467"/>
                  <a:ext cx="306977" cy="306977"/>
                </a:xfrm>
                <a:prstGeom prst="ellipse">
                  <a:avLst/>
                </a:prstGeom>
                <a:solidFill>
                  <a:srgbClr val="E17F0E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0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A</a:t>
                  </a:r>
                  <a:endParaRPr lang="zh-CN" altLang="en-US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1D247180-9C7C-08CE-5486-2E1EBCCE10D8}"/>
                    </a:ext>
                  </a:extLst>
                </p:cNvPr>
                <p:cNvSpPr/>
                <p:nvPr/>
              </p:nvSpPr>
              <p:spPr>
                <a:xfrm>
                  <a:off x="7625876" y="4365466"/>
                  <a:ext cx="306977" cy="306977"/>
                </a:xfrm>
                <a:prstGeom prst="ellipse">
                  <a:avLst/>
                </a:prstGeom>
                <a:solidFill>
                  <a:srgbClr val="E17F0E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0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C</a:t>
                  </a:r>
                  <a:endParaRPr lang="zh-CN" altLang="en-US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69CE10FA-1CA5-B1B0-61D3-8ECD5C2D147D}"/>
                    </a:ext>
                  </a:extLst>
                </p:cNvPr>
                <p:cNvSpPr/>
                <p:nvPr/>
              </p:nvSpPr>
              <p:spPr>
                <a:xfrm>
                  <a:off x="9580951" y="4365465"/>
                  <a:ext cx="306977" cy="306977"/>
                </a:xfrm>
                <a:prstGeom prst="ellipse">
                  <a:avLst/>
                </a:prstGeom>
                <a:solidFill>
                  <a:srgbClr val="E17F0E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0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D</a:t>
                  </a:r>
                  <a:endParaRPr lang="zh-CN" altLang="en-US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p:grpSp>
          <p:grpSp>
            <p:nvGrpSpPr>
              <p:cNvPr id="103" name="Group 102">
                <a:extLst>
                  <a:ext uri="{FF2B5EF4-FFF2-40B4-BE49-F238E27FC236}">
                    <a16:creationId xmlns:a16="http://schemas.microsoft.com/office/drawing/2014/main" id="{256410DA-4611-9922-7DB1-5D8C8E576F27}"/>
                  </a:ext>
                </a:extLst>
              </p:cNvPr>
              <p:cNvGrpSpPr/>
              <p:nvPr/>
            </p:nvGrpSpPr>
            <p:grpSpPr>
              <a:xfrm>
                <a:off x="1746042" y="3731861"/>
                <a:ext cx="1568058" cy="921057"/>
                <a:chOff x="1524562" y="1335314"/>
                <a:chExt cx="1568058" cy="921057"/>
              </a:xfrm>
            </p:grpSpPr>
            <p:sp>
              <p:nvSpPr>
                <p:cNvPr id="95" name="Rectangle: Rounded Corners 94">
                  <a:extLst>
                    <a:ext uri="{FF2B5EF4-FFF2-40B4-BE49-F238E27FC236}">
                      <a16:creationId xmlns:a16="http://schemas.microsoft.com/office/drawing/2014/main" id="{77D45FD9-7DDE-EC71-F8E0-70BD4DBA8825}"/>
                    </a:ext>
                  </a:extLst>
                </p:cNvPr>
                <p:cNvSpPr/>
                <p:nvPr/>
              </p:nvSpPr>
              <p:spPr>
                <a:xfrm>
                  <a:off x="1524563" y="1335314"/>
                  <a:ext cx="1495454" cy="921057"/>
                </a:xfrm>
                <a:prstGeom prst="roundRect">
                  <a:avLst/>
                </a:prstGeom>
                <a:solidFill>
                  <a:schemeClr val="bg1"/>
                </a:solidFill>
                <a:ln w="158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316B52BD-64CC-E268-41FB-5A35F9CB739E}"/>
                    </a:ext>
                  </a:extLst>
                </p:cNvPr>
                <p:cNvSpPr/>
                <p:nvPr/>
              </p:nvSpPr>
              <p:spPr>
                <a:xfrm>
                  <a:off x="1728499" y="1452608"/>
                  <a:ext cx="306977" cy="306977"/>
                </a:xfrm>
                <a:prstGeom prst="ellipse">
                  <a:avLst/>
                </a:prstGeom>
                <a:solidFill>
                  <a:srgbClr val="E17F0E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0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A</a:t>
                  </a:r>
                  <a:endParaRPr lang="zh-CN" altLang="en-US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F3DDA42F-5A8F-473A-21E4-7868E906C289}"/>
                    </a:ext>
                  </a:extLst>
                </p:cNvPr>
                <p:cNvSpPr/>
                <p:nvPr/>
              </p:nvSpPr>
              <p:spPr>
                <a:xfrm>
                  <a:off x="2172344" y="1448580"/>
                  <a:ext cx="306977" cy="306977"/>
                </a:xfrm>
                <a:prstGeom prst="ellipse">
                  <a:avLst/>
                </a:prstGeom>
                <a:solidFill>
                  <a:srgbClr val="E17F0E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0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C</a:t>
                  </a:r>
                  <a:endParaRPr lang="zh-CN" altLang="en-US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DCB0260E-08ED-7B63-FBB0-8C80C8C300D0}"/>
                    </a:ext>
                  </a:extLst>
                </p:cNvPr>
                <p:cNvSpPr txBox="1"/>
                <p:nvPr/>
              </p:nvSpPr>
              <p:spPr>
                <a:xfrm>
                  <a:off x="1524562" y="1840964"/>
                  <a:ext cx="156805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600" b="1" dirty="0"/>
                    <a:t>Mode Collapse</a:t>
                  </a:r>
                  <a:endParaRPr lang="zh-CN" altLang="en-US" sz="1600" b="1" dirty="0"/>
                </a:p>
              </p:txBody>
            </p:sp>
          </p:grp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CE56E1A8-8BD6-95DC-30EC-0704D2007264}"/>
                  </a:ext>
                </a:extLst>
              </p:cNvPr>
              <p:cNvGrpSpPr/>
              <p:nvPr/>
            </p:nvGrpSpPr>
            <p:grpSpPr>
              <a:xfrm>
                <a:off x="1746042" y="4814960"/>
                <a:ext cx="1495455" cy="1023461"/>
                <a:chOff x="1524562" y="2803071"/>
                <a:chExt cx="1495455" cy="1023461"/>
              </a:xfrm>
            </p:grpSpPr>
            <p:sp>
              <p:nvSpPr>
                <p:cNvPr id="98" name="Rectangle: Rounded Corners 97">
                  <a:extLst>
                    <a:ext uri="{FF2B5EF4-FFF2-40B4-BE49-F238E27FC236}">
                      <a16:creationId xmlns:a16="http://schemas.microsoft.com/office/drawing/2014/main" id="{9B372F1A-06A1-B47B-559E-6ED30EE33AE7}"/>
                    </a:ext>
                  </a:extLst>
                </p:cNvPr>
                <p:cNvSpPr/>
                <p:nvPr/>
              </p:nvSpPr>
              <p:spPr>
                <a:xfrm>
                  <a:off x="1524563" y="2803071"/>
                  <a:ext cx="1495454" cy="1023461"/>
                </a:xfrm>
                <a:prstGeom prst="roundRect">
                  <a:avLst/>
                </a:prstGeom>
                <a:solidFill>
                  <a:schemeClr val="bg1"/>
                </a:solidFill>
                <a:ln w="158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9" name="Oval 98">
                  <a:extLst>
                    <a:ext uri="{FF2B5EF4-FFF2-40B4-BE49-F238E27FC236}">
                      <a16:creationId xmlns:a16="http://schemas.microsoft.com/office/drawing/2014/main" id="{1EC4EBA8-D980-07FE-BD7B-41E4C25F7176}"/>
                    </a:ext>
                  </a:extLst>
                </p:cNvPr>
                <p:cNvSpPr/>
                <p:nvPr/>
              </p:nvSpPr>
              <p:spPr>
                <a:xfrm>
                  <a:off x="1728498" y="2894462"/>
                  <a:ext cx="306977" cy="306977"/>
                </a:xfrm>
                <a:prstGeom prst="ellipse">
                  <a:avLst/>
                </a:prstGeom>
                <a:solidFill>
                  <a:srgbClr val="E17F0E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0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B</a:t>
                  </a:r>
                  <a:endParaRPr lang="zh-CN" altLang="en-US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FB9F4BA2-7EE8-A173-055A-75503E73C939}"/>
                    </a:ext>
                  </a:extLst>
                </p:cNvPr>
                <p:cNvSpPr/>
                <p:nvPr/>
              </p:nvSpPr>
              <p:spPr>
                <a:xfrm>
                  <a:off x="2172344" y="2894462"/>
                  <a:ext cx="306977" cy="306977"/>
                </a:xfrm>
                <a:prstGeom prst="ellipse">
                  <a:avLst/>
                </a:prstGeom>
                <a:solidFill>
                  <a:srgbClr val="E17F0E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0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D</a:t>
                  </a:r>
                  <a:endParaRPr lang="zh-CN" altLang="en-US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1C85E409-50D4-8AFF-7304-15A6D76AA939}"/>
                    </a:ext>
                  </a:extLst>
                </p:cNvPr>
                <p:cNvSpPr txBox="1"/>
                <p:nvPr/>
              </p:nvSpPr>
              <p:spPr>
                <a:xfrm>
                  <a:off x="1524562" y="3241757"/>
                  <a:ext cx="1316386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600" b="1" dirty="0"/>
                    <a:t>Multimodal </a:t>
                  </a:r>
                </a:p>
                <a:p>
                  <a:r>
                    <a:rPr lang="en-US" altLang="zh-CN" sz="1600" b="1" dirty="0"/>
                    <a:t>Emergence</a:t>
                  </a:r>
                  <a:endParaRPr lang="zh-CN" altLang="en-US" sz="1600" b="1" dirty="0"/>
                </a:p>
              </p:txBody>
            </p:sp>
          </p:grp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444FF11-046F-BDFD-CFD6-FFA696F49A2D}"/>
                </a:ext>
              </a:extLst>
            </p:cNvPr>
            <p:cNvGrpSpPr/>
            <p:nvPr/>
          </p:nvGrpSpPr>
          <p:grpSpPr>
            <a:xfrm>
              <a:off x="1587656" y="738956"/>
              <a:ext cx="9002133" cy="2929012"/>
              <a:chOff x="1891145" y="658158"/>
              <a:chExt cx="9002133" cy="2929012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C78DC1D8-B72B-17AC-9FA9-4166B2694F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63022" y="658158"/>
                <a:ext cx="4588316" cy="2929012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283DE134-85D4-5C36-84F3-5FFCB5B294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81594" y="1096100"/>
                <a:ext cx="2011684" cy="2481076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DF0A71E-0A0B-3427-C0B0-318A693009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91145" y="1075983"/>
                <a:ext cx="2018390" cy="250119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47171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B4468-8373-2C20-0CE4-25C9180A5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6785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565DB-62AD-5806-A50A-30877531A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0532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784A1-C415-BB08-5A6F-EA7F325D4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8874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48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Youyuan Long</dc:creator>
  <cp:lastModifiedBy>Youyuan Long</cp:lastModifiedBy>
  <cp:revision>4</cp:revision>
  <dcterms:created xsi:type="dcterms:W3CDTF">2026-05-11T17:35:14Z</dcterms:created>
  <dcterms:modified xsi:type="dcterms:W3CDTF">2026-06-04T18:42:40Z</dcterms:modified>
</cp:coreProperties>
</file>